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ms-office.chartstyle+xml" PartName="/ppt/charts/style1.xml"/>
  <Override ContentType="application/vnd.ms-office.chartcolorstyle+xml" PartName="/ppt/charts/colors1.xml"/>
  <Override ContentType="application/vnd.openxmlformats-officedocument.themeOverride+xml" PartName="/ppt/theme/themeOverride1.xml"/>
  <Override ContentType="application/vnd.openxmlformats-officedocument.drawingml.chart+xml" PartName="/ppt/charts/chart1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gs+xml" PartName="/ppt/tags/tag1.xml"/>
  <Override ContentType="application/vnd.openxmlformats-officedocument.presentationml.slide+xml" PartName="/ppt/slides/slide7.xml"/>
  <Override ContentType="application/vnd.openxmlformats-officedocument.presentationml.tags+xml" PartName="/ppt/tags/tag2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Default ContentType="image/jpeg" Extension="jpg"/>
  <Default ContentType="application/vnd.openxmlformats-officedocument.spreadsheetml.sheet" Extension="xlsx"/>
  <Default ContentType="image/png" Extension="png"/>
  <Override ContentType="application/x-fontdata" PartName="/ppt/fonts/font1.fntdata"/>
  <Override ContentType="application/x-fontdata" PartName="/ppt/fonts/font2.fntdata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pn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jp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/ppt/media/image9.png" Type="http://schemas.openxmlformats.org/officeDocument/2006/relationships/image"/><Relationship Id="rId10" Target="/ppt/media/image10.png" Type="http://schemas.openxmlformats.org/officeDocument/2006/relationships/image"/><Relationship Id="rId11" Target="ppt/media/img_cc_black.png" Type="http://schemas.openxmlformats.org/officeDocument/2006/relationships/image"/><Relationship Id="rId12" Target="ppt/presentation.xml" Type="http://schemas.openxmlformats.org/officeDocument/2006/relationships/officeDocument"/><Relationship Id="rId13" Target="docProps/core.xml" Type="http://schemas.openxmlformats.org/package/2006/relationships/metadata/core-properties"/><Relationship Id="rId14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9144000" cy="5143500"/>
  <p:embeddedFontLst>
    <p:embeddedFont>
      <p:font typeface="Source Sans Pro"/>
      <p:regular r:id="rId21"/>
      <p:bold r:id="rId22"/>
    </p:embeddedFont>
  </p:embeddedFontLst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slides/slide10.xml" Type="http://schemas.openxmlformats.org/officeDocument/2006/relationships/slide"/><Relationship Id="rId15" Target="slides/slide11.xml" Type="http://schemas.openxmlformats.org/officeDocument/2006/relationships/slide"/><Relationship Id="rId16" Target="slides/slide12.xml" Type="http://schemas.openxmlformats.org/officeDocument/2006/relationships/slide"/><Relationship Id="rId17" Target="slides/slide13.xml" Type="http://schemas.openxmlformats.org/officeDocument/2006/relationships/slide"/><Relationship Id="rId18" Target="slides/slide14.xml" Type="http://schemas.openxmlformats.org/officeDocument/2006/relationships/slide"/><Relationship Id="rId19" Target="slides/slide15.xml" Type="http://schemas.openxmlformats.org/officeDocument/2006/relationships/slide"/><Relationship Id="rId20" Target="tableStyles.xml" Type="http://schemas.openxmlformats.org/officeDocument/2006/relationships/tableStyles"/><Relationship Id="rId21" Target="fonts/font1.fntdata" Type="http://schemas.openxmlformats.org/officeDocument/2006/relationships/font"/><Relationship Id="rId22" Target="fonts/font2.fntdata" Type="http://schemas.openxmlformats.org/officeDocument/2006/relationships/font"/><Relationship Id="rId23" Target="presProps.xml" Type="http://schemas.openxmlformats.org/officeDocument/2006/relationships/presProps"/><Relationship Id="rId24" Target="viewProps.xml" Type="http://schemas.openxmlformats.org/officeDocument/2006/relationships/viewProps"/></Relationships>
</file>

<file path=ppt/charts/_rels/chart1.xml.rels><?xml version="1.0" encoding="UTF-8" standalone="no"?><Relationships xmlns="http://schemas.openxmlformats.org/package/2006/relationships"><Relationship Id="rId1" Target="style1.xml" Type="http://schemas.microsoft.com/office/2011/relationships/chartStyle"/><Relationship Id="rId2" Target="colors1.xml" Type="http://schemas.microsoft.com/office/2011/relationships/chartColorStyle"/><Relationship Id="rId3" Target="../theme/themeOverride1.xml" Type="http://schemas.openxmlformats.org/officeDocument/2006/relationships/themeOverride"/></Relationships>
</file>

<file path=ppt/charts/chart1.xml><?xml version="1.0" encoding="utf-8"?>
<c:chartSpace xmlns:c="http://schemas.openxmlformats.org/drawingml/2006/chart" xmlns:a="http://schemas.openxmlformats.org/drawingml/2006/main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c:chart>
    <c:title>
      <c:tx>
        <c:rich>
          <a:bodyPr bIns="47625" lIns="95250" rIns="95250" rtlCol="0" tIns="47625">
            <a:spAutoFit/>
          </a:bodyPr>
          <a:lstStyle/>
          <a:p>
            <a:pPr>
              <a:defRPr/>
            </a:pPr>
            <a:r>
              <a:rPr dirty="0" lang="en-US"/>
              <a:t>Technologies</a:t>
            </a:r>
          </a:p>
        </c:rich>
      </c:tx>
      <c:overlay val="0"/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explosion val="0"/>
          <c:dPt>
            <c:idx val="0"/>
            <c:invertIfNegative val="0"/>
            <c:spPr>
              <a:solidFill>
                <a:schemeClr val="accent1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chemeClr val="accent2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chemeClr val="accent3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chemeClr val="accent4"/>
              </a:solidFill>
              <a:ln>
                <a:noFill/>
              </a:ln>
            </c:spPr>
          </c:dPt>
          <c:dLbls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Spring Boot</c:v>
                </c:pt>
                <c:pt idx="1">
                  <c:v>React Js</c:v>
                </c:pt>
                <c:pt idx="2">
                  <c:v>Mysql</c:v>
                </c:pt>
                <c:pt idx="3">
                  <c:v>Postman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firstSliceAng val="0"/>
      </c:pieChart>
      <c:spPr>
        <a:noFill/>
      </c:spPr>
    </c:plotArea>
    <c:legend>
      <c:layout>
        <c:manualLayout>
          <c:x val="0.23177627"/>
          <c:y val="0.92156917"/>
          <c:w val="226.94"/>
          <c:h val="17.996"/>
        </c:manualLayout>
      </c:layout>
      <c:overlay val="0"/>
    </c:legend>
    <c:plotVisOnly val="0"/>
  </c:chart>
  <c:spPr>
    <a:solidFill>
      <a:schemeClr val="bg1"/>
    </a:solidFill>
    <a:ln>
      <a:noFill/>
    </a:ln>
  </c:spPr>
  <c:txPr>
    <a:bodyPr bIns="47625" lIns="95250" rIns="95250" rtlCol="0" tIns="47625">
      <a:spAutoFit/>
    </a:bodyPr>
    <a:lstStyle/>
    <a:p>
      <a:pPr>
        <a:defRPr/>
      </a:pPr>
      <a:r>
        <a:rPr dirty="0" lang="en-US"/>
        <a:t/>
      </a:r>
      <a:endParaRPr dirty="0"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xmlns:c="http://schemas.openxmlformats.org/drawingml/2006/chart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meth="cycle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xmlns:c="http://schemas.openxmlformats.org/drawingml/2006/chart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cs:axisTitle>
    <cs:lnRef idx="0"/>
    <cs:fillRef idx="0"/>
    <cs:effectRef idx="0">
      <a:schemeClr val="accent1"/>
    </cs:effectRef>
    <cs:fontRef idx="minor"/>
    <cs:spPr/>
    <cs:defRPr dirty="0" lang="en-US" sz="1100"/>
  </cs:axisTitle>
  <cs:categoryAxis>
    <cs:lnRef idx="0"/>
    <cs:fillRef idx="0"/>
    <cs:effectRef idx="0">
      <a:schemeClr val="accent1"/>
    </cs:effectRef>
    <cs:fontRef idx="minor"/>
    <cs:spPr/>
    <cs:defRPr dirty="0" lang="en-US" sz="1000"/>
  </cs:categoryAxis>
  <cs:chartArea>
    <cs:lnRef idx="0"/>
    <cs:fillRef idx="0"/>
    <cs:effectRef idx="0">
      <a:schemeClr val="accent1"/>
    </cs:effectRef>
    <cs:fontRef idx="minor"/>
    <cs:spPr>
      <a:solidFill>
        <a:schemeClr val="bg1"/>
      </a:solidFill>
      <a:ln>
        <a:noFill/>
      </a:ln>
    </cs:spPr>
  </cs:chartArea>
  <cs:dataLabel>
    <cs:lnRef idx="0"/>
    <cs:fillRef idx="0"/>
    <cs:effectRef idx="0">
      <a:schemeClr val="accent1"/>
    </cs:effectRef>
    <cs:fontRef idx="minor"/>
    <cs:spPr/>
    <cs:defRPr dirty="0" lang="en-US" sz="900"/>
  </cs:dataLabel>
  <cs:dataLabelCallout>
    <cs:lnRef idx="0"/>
    <cs:fillRef idx="0"/>
    <cs:effectRef idx="0">
      <a:schemeClr val="accent1"/>
    </cs:effectRef>
    <cs:fontRef idx="minor"/>
    <cs:spPr/>
    <cs:defRPr dirty="0" lang="en-US" sz="900"/>
  </cs:dataLabelCallout>
  <cs:dataPoint>
    <cs:lnRef idx="0"/>
    <cs:fillRef idx="0"/>
    <cs:effectRef idx="0">
      <a:schemeClr val="accent1"/>
    </cs:effectRef>
    <cs:fontRef idx="minor"/>
    <cs:spPr>
      <a:solidFill>
        <a:schemeClr val="phClr"/>
      </a:solidFill>
    </cs:spPr>
  </cs:dataPoint>
  <cs:dataPoint3D>
    <cs:lnRef idx="0"/>
    <cs:fillRef idx="0"/>
    <cs:effectRef idx="0">
      <a:schemeClr val="accent1"/>
    </cs:effectRef>
    <cs:fontRef idx="minor"/>
    <cs:spPr>
      <a:solidFill>
        <a:schemeClr val="accent1"/>
      </a:solidFill>
    </cs:spPr>
  </cs:dataPoint3D>
  <cs:dataPointLine>
    <cs:lnRef idx="0"/>
    <cs:fillRef idx="0"/>
    <cs:effectRef idx="0">
      <a:schemeClr val="accent1"/>
    </cs:effectRef>
    <cs:fontRef idx="minor"/>
    <cs:spPr>
      <a:ln>
        <a:noFill/>
      </a:ln>
    </cs:spPr>
  </cs:dataPointLine>
  <cs:dataPointMarker>
    <cs:lnRef idx="0"/>
    <cs:fillRef idx="0"/>
    <cs:effectRef idx="0">
      <a:schemeClr val="accent1"/>
    </cs:effectRef>
    <cs:fontRef idx="minor"/>
    <cs:spPr>
      <a:solidFill>
        <a:schemeClr val="phClr"/>
      </a:solidFill>
    </cs:spPr>
  </cs:dataPointMarker>
  <cs:dataPointMarkerLayout size="4" symbol="circle"/>
  <cs:dataPointWireframe>
    <cs:lnRef idx="0"/>
    <cs:fillRef idx="0"/>
    <cs:effectRef idx="0">
      <a:schemeClr val="accent1"/>
    </cs:effectRef>
    <cs:fontRef idx="minor"/>
    <cs:spPr/>
    <cs:defRPr dirty="0" lang="en-US" sz="900"/>
  </cs:dataPointWireframe>
  <cs:dataTable>
    <cs:lnRef idx="0"/>
    <cs:fillRef idx="0"/>
    <cs:effectRef idx="0">
      <a:schemeClr val="accent1"/>
    </cs:effectRef>
    <cs:fontRef idx="minor"/>
    <cs:spPr>
      <a:ln cap="flat" w="9525">
        <a:solidFill>
          <a:schemeClr val="tx1"/>
        </a:solidFill>
        <a:prstDash val="solid"/>
        <a:round/>
      </a:ln>
    </cs:spPr>
  </cs:dataTable>
  <cs:downBar>
    <cs:lnRef idx="0"/>
    <cs:fillRef idx="0"/>
    <cs:effectRef idx="0">
      <a:schemeClr val="accent1"/>
    </cs:effectRef>
    <cs:fontRef idx="minor"/>
    <cs:spPr>
      <a:solidFill>
        <a:schemeClr val="dk1">
          <a:tint val="95000"/>
        </a:schemeClr>
      </a:solidFill>
      <a:ln cap="flat" w="9525">
        <a:solidFill>
          <a:schemeClr val="tx1"/>
        </a:solidFill>
        <a:prstDash val="solid"/>
        <a:round/>
      </a:ln>
    </cs:spPr>
  </cs:downBar>
  <cs:dropLine>
    <cs:lnRef idx="0"/>
    <cs:fillRef idx="0"/>
    <cs:effectRef idx="0">
      <a:schemeClr val="accent1"/>
    </cs:effectRef>
    <cs:fontRef idx="minor"/>
    <cs:spPr/>
  </cs:dropLine>
  <cs:errorBar>
    <cs:lnRef idx="0"/>
    <cs:fillRef idx="0"/>
    <cs:effectRef idx="0">
      <a:schemeClr val="accent1"/>
    </cs:effectRef>
    <cs:fontRef idx="minor"/>
    <cs:spPr/>
    <cs:defRPr dirty="0" lang="en-US" sz="900"/>
  </cs:errorBar>
  <cs:floor>
    <cs:lnRef idx="0"/>
    <cs:fillRef idx="0"/>
    <cs:effectRef idx="0">
      <a:schemeClr val="accent1"/>
    </cs:effectRef>
    <cs:fontRef idx="minor"/>
    <cs:spPr/>
  </cs:floor>
  <cs:gridlineMajor>
    <cs:lnRef idx="0"/>
    <cs:fillRef idx="0"/>
    <cs:effectRef idx="0">
      <a:schemeClr val="accent1"/>
    </cs:effectRef>
    <cs:fontRef idx="minor"/>
    <cs:spPr>
      <a:ln cap="flat" w="9525">
        <a:solidFill>
          <a:srgbClr val="d8d8d8"/>
        </a:solidFill>
        <a:prstDash val="solid"/>
        <a:round/>
      </a:ln>
    </cs:spPr>
  </cs:gridlineMajor>
  <cs:gridlineMinor>
    <cs:lnRef idx="0"/>
    <cs:fillRef idx="0"/>
    <cs:effectRef idx="0">
      <a:schemeClr val="accent1"/>
    </cs:effectRef>
    <cs:fontRef idx="minor"/>
    <cs:spPr>
      <a:ln cap="flat" w="9525">
        <a:solidFill>
          <a:srgbClr val="cccccc"/>
        </a:solidFill>
        <a:prstDash val="solid"/>
        <a:round/>
      </a:ln>
    </cs:spPr>
  </cs:gridlineMinor>
  <cs:hiLoLine>
    <cs:lnRef idx="0"/>
    <cs:fillRef idx="0"/>
    <cs:effectRef idx="0">
      <a:schemeClr val="accent1"/>
    </cs:effectRef>
    <cs:fontRef idx="minor"/>
    <cs:spPr/>
  </cs:hiLoLine>
  <cs:leaderLine>
    <cs:lnRef idx="0"/>
    <cs:fillRef idx="0"/>
    <cs:effectRef idx="0">
      <a:schemeClr val="accent1"/>
    </cs:effectRef>
    <cs:fontRef idx="minor"/>
    <cs:spPr/>
  </cs:leaderLine>
  <cs:legend>
    <cs:lnRef idx="0"/>
    <cs:fillRef idx="0"/>
    <cs:effectRef idx="0">
      <a:schemeClr val="accent1"/>
    </cs:effectRef>
    <cs:fontRef idx="minor"/>
    <cs:spPr/>
    <cs:defRPr dirty="0" lang="en-US" sz="900"/>
  </cs:legend>
  <cs:plotArea>
    <cs:lnRef idx="0"/>
    <cs:fillRef idx="0"/>
    <cs:effectRef idx="0">
      <a:schemeClr val="accent1"/>
    </cs:effectRef>
    <cs:fontRef idx="minor"/>
    <cs:spPr>
      <a:noFill/>
    </cs:spPr>
  </cs:plotArea>
  <cs:plotArea3D>
    <cs:lnRef idx="0"/>
    <cs:fillRef idx="0"/>
    <cs:effectRef idx="0">
      <a:schemeClr val="accent1"/>
    </cs:effectRef>
    <cs:fontRef idx="minor"/>
    <cs:spPr>
      <a:noFill/>
    </cs:spPr>
  </cs:plotArea3D>
  <cs:seriesAxis>
    <cs:lnRef idx="2">
      <a:schemeClr val="phClr"/>
    </cs:lnRef>
    <cs:fillRef idx="1">
      <a:schemeClr val="phClr"/>
    </cs:fillRef>
    <cs:effectRef idx="0">
      <a:schemeClr val="accent1"/>
    </cs:effectRef>
    <cs:fontRef idx="minor">
      <a:schemeClr val="phClr"/>
    </cs:fontRef>
    <cs:spPr/>
  </cs:seriesAxis>
  <cs:seriesLine>
    <cs:lnRef idx="0"/>
    <cs:fillRef idx="0"/>
    <cs:effectRef idx="0">
      <a:schemeClr val="accent1"/>
    </cs:effectRef>
    <cs:fontRef idx="minor"/>
    <cs:spPr>
      <a:ln cap="flat" w="9525">
        <a:solidFill>
          <a:schemeClr val="tx1"/>
        </a:solidFill>
        <a:prstDash val="solid"/>
        <a:round/>
      </a:ln>
    </cs:spPr>
  </cs:seriesLine>
  <cs:title>
    <cs:lnRef idx="0"/>
    <cs:fillRef idx="0"/>
    <cs:effectRef idx="0">
      <a:schemeClr val="accent1"/>
    </cs:effectRef>
    <cs:fontRef idx="minor"/>
    <cs:spPr/>
    <cs:defRPr dirty="0" lang="en-US" sz="1300"/>
  </cs:title>
  <cs:trendline>
    <cs:lnRef idx="0"/>
    <cs:fillRef idx="0"/>
    <cs:effectRef idx="0">
      <a:schemeClr val="accent1"/>
    </cs:effectRef>
    <cs:fontRef idx="minor"/>
    <cs:spPr/>
  </cs:trendline>
  <cs:trendlineLabel>
    <cs:lnRef idx="0"/>
    <cs:fillRef idx="0"/>
    <cs:effectRef idx="0">
      <a:schemeClr val="accent1"/>
    </cs:effectRef>
    <cs:fontRef idx="minor"/>
    <cs:spPr/>
  </cs:trendlineLabel>
  <cs:upBar>
    <cs:lnRef idx="0"/>
    <cs:fillRef idx="0"/>
    <cs:effectRef idx="0">
      <a:schemeClr val="accent1"/>
    </cs:effectRef>
    <cs:fontRef idx="minor"/>
    <cs:spPr>
      <a:solidFill>
        <a:schemeClr val="dk1">
          <a:tint val="5000"/>
        </a:schemeClr>
      </a:solidFill>
      <a:ln cap="flat" w="9525">
        <a:solidFill>
          <a:schemeClr val="tx1"/>
        </a:solidFill>
        <a:prstDash val="solid"/>
        <a:round/>
      </a:ln>
    </cs:spPr>
  </cs:upBar>
  <cs:valueAxis>
    <cs:lnRef idx="0"/>
    <cs:fillRef idx="0"/>
    <cs:effectRef idx="0">
      <a:schemeClr val="accent1"/>
    </cs:effectRef>
    <cs:fontRef idx="minor"/>
    <cs:spPr/>
    <cs:defRPr dirty="0" lang="en-US" sz="1000"/>
  </cs:valueAxis>
  <cs:wall>
    <cs:lnRef idx="0"/>
    <cs:fillRef idx="0"/>
    <cs:effectRef idx="0">
      <a:schemeClr val="accent1"/>
    </cs:effectRef>
    <cs:fontRef idx="minor"/>
    <cs:spPr>
      <a:solidFill>
        <a:schemeClr val="bg1"/>
      </a:solidFill>
    </cs:spPr>
  </cs:wall>
</cs:chartStyle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5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Title +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5643433C-7480-46E9-B41A-E5D7DD3628FA}">
                <a16:creationId xmlns:a16="http://schemas.microsoft.com/office/drawing/2010/main" id="{C7C7BE36-C72E-4286-BAD0-1C038AC8F3EE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958624" y="2796930"/>
            <a:ext cx="2702377" cy="1857375"/>
          </a:xfrm>
          <a:prstGeom prst="rect">
            <a:avLst/>
          </a:prstGeom>
          <a:noFill/>
        </p:spPr>
        <p:txBody>
          <a:bodyPr bIns="0" lIns="0" rIns="0" rtlCol="0" tIns="0" wrap="square">
            <a:noAutofit/>
          </a:bodyPr>
          <a:lstStyle>
            <a:lvl1pPr algn="l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3" name="Picture Placeholder 11">
            <a:extLst>
              <a:ext uri="{D6DE7932-8A56-4CFD-AF38-8ABD6FA0B729}">
                <a16:creationId xmlns:a16="http://schemas.microsoft.com/office/drawing/2010/main" id="{BEA18002-63DC-4A4E-BAC0-995A1A1CE936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691269" y="134999"/>
            <a:ext cx="5452731" cy="4873499"/>
          </a:xfrm>
          <a:custGeom>
            <a:avLst/>
            <a:gdLst/>
            <a:ahLst/>
            <a:cxnLst/>
            <a:rect b="b" l="0" r="r" t="0"/>
            <a:pathLst>
              <a:path h="6498000" w="7270309">
                <a:moveTo>
                  <a:pt x="2253707" y="0"/>
                </a:moveTo>
                <a:lnTo>
                  <a:pt x="7270310" y="0"/>
                </a:lnTo>
                <a:lnTo>
                  <a:pt x="7270310" y="2562915"/>
                </a:lnTo>
                <a:lnTo>
                  <a:pt x="5905500" y="6498000"/>
                </a:lnTo>
                <a:lnTo>
                  <a:pt x="0" y="6498000"/>
                </a:lnTo>
                <a:close/>
              </a:path>
            </a:pathLst>
          </a:custGeom>
        </p:spPr>
        <p:txBody>
          <a:bodyPr rtlCol="0" wrap="square">
            <a:noAutofit/>
          </a:bodyPr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Rectangle 12">
            <a:extLst>
              <a:ext uri="{147AAB50-2590-42DE-8D27-C005B8C9ED53}">
                <a16:creationId xmlns:a16="http://schemas.microsoft.com/office/drawing/2010/main" id="{E7F8C7A4-DBF4-419F-A5FD-5BCFE106D7A2}"/>
              </a:ext>
            </a:extLst>
          </p:cNvPr>
          <p:cNvSpPr/>
          <p:nvPr userDrawn="1"/>
        </p:nvSpPr>
        <p:spPr>
          <a:xfrm rot="0">
            <a:off x="0" y="1441320"/>
            <a:ext cx="733425" cy="484748"/>
          </a:xfrm>
          <a:prstGeom prst="rect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cxnSp>
        <p:nvCxnSpPr>
          <p:cNvPr id="5" name="Straight Connector 9">
            <a:extLst>
              <a:ext uri="{3266DFB1-CF4F-4C3B-94DA-71476D7020D5}">
                <a16:creationId xmlns:a16="http://schemas.microsoft.com/office/drawing/2010/main" id="{804F86AF-BD0E-4A11-B733-B8C801BCF779}"/>
              </a:ext>
            </a:extLst>
          </p:cNvPr>
          <p:cNvCxnSpPr/>
          <p:nvPr/>
        </p:nvCxnSpPr>
        <p:spPr>
          <a:xfrm rot="0">
            <a:off x="1028700" y="2418535"/>
            <a:ext cx="180975" cy="0"/>
          </a:xfrm>
          <a:prstGeom prst="line">
            <a:avLst/>
          </a:prstGeom>
          <a:ln w="5715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395">
            <a:extLst>
              <a:ext uri="{C572E99F-22C2-4BDE-881C-E331A1A4C10E}">
                <a16:creationId xmlns:a16="http://schemas.microsoft.com/office/drawing/2010/main" id="{5DD41AA5-9CDB-4BD2-96AF-DEBAF5AED2E7}"/>
              </a:ext>
            </a:extLst>
          </p:cNvPr>
          <p:cNvGrpSpPr/>
          <p:nvPr/>
        </p:nvGrpSpPr>
        <p:grpSpPr>
          <a:xfrm rot="0">
            <a:off x="427077" y="1555748"/>
            <a:ext cx="162447" cy="236839"/>
            <a:chOff x="4202176" y="1435150"/>
            <a:chExt cx="317118" cy="462343"/>
          </a:xfrm>
          <a:solidFill>
            <a:srgbClr val="c2a83e"/>
          </a:solidFill>
        </p:grpSpPr>
        <p:sp>
          <p:nvSpPr>
            <p:cNvPr id="7" name="Freeform 7338">
              <a:extLst>
                <a:ext uri="{66A3662A-B962-46E8-88A7-D096F2728D09}">
                  <a16:creationId xmlns:a16="http://schemas.microsoft.com/office/drawing/2010/main" id="{C04F541D-4BA1-48A4-9598-6ED4E1CCFA0E}"/>
                </a:ext>
              </a:extLst>
            </p:cNvPr>
            <p:cNvSpPr/>
            <p:nvPr/>
          </p:nvSpPr>
          <p:spPr>
            <a:xfrm rot="0">
              <a:off x="4202176" y="1435150"/>
              <a:ext cx="317118" cy="377876"/>
            </a:xfrm>
            <a:custGeom>
              <a:avLst/>
              <a:gdLst/>
              <a:ahLst/>
              <a:cxnLst/>
              <a:rect b="b" l="0" r="r" t="0"/>
              <a:pathLst>
                <a:path h="377876" w="317119">
                  <a:moveTo>
                    <a:pt x="160041" y="37047"/>
                  </a:moveTo>
                  <a:lnTo>
                    <a:pt x="120031" y="44456"/>
                  </a:lnTo>
                  <a:lnTo>
                    <a:pt x="85948" y="62238"/>
                  </a:lnTo>
                  <a:lnTo>
                    <a:pt x="59275" y="88912"/>
                  </a:lnTo>
                  <a:lnTo>
                    <a:pt x="44456" y="122995"/>
                  </a:lnTo>
                  <a:lnTo>
                    <a:pt x="37047" y="160042"/>
                  </a:lnTo>
                  <a:lnTo>
                    <a:pt x="37047" y="167451"/>
                  </a:lnTo>
                  <a:lnTo>
                    <a:pt x="41492" y="186715"/>
                  </a:lnTo>
                  <a:lnTo>
                    <a:pt x="48902" y="213389"/>
                  </a:lnTo>
                  <a:lnTo>
                    <a:pt x="63720" y="248954"/>
                  </a:lnTo>
                  <a:lnTo>
                    <a:pt x="88912" y="287482"/>
                  </a:lnTo>
                  <a:lnTo>
                    <a:pt x="99285" y="305265"/>
                  </a:lnTo>
                  <a:lnTo>
                    <a:pt x="103731" y="323047"/>
                  </a:lnTo>
                  <a:lnTo>
                    <a:pt x="106694" y="340829"/>
                  </a:lnTo>
                  <a:lnTo>
                    <a:pt x="210425" y="340829"/>
                  </a:lnTo>
                  <a:lnTo>
                    <a:pt x="213388" y="323047"/>
                  </a:lnTo>
                  <a:lnTo>
                    <a:pt x="217834" y="305265"/>
                  </a:lnTo>
                  <a:lnTo>
                    <a:pt x="228207" y="287482"/>
                  </a:lnTo>
                  <a:lnTo>
                    <a:pt x="253399" y="248954"/>
                  </a:lnTo>
                  <a:lnTo>
                    <a:pt x="268217" y="213389"/>
                  </a:lnTo>
                  <a:lnTo>
                    <a:pt x="275627" y="186715"/>
                  </a:lnTo>
                  <a:lnTo>
                    <a:pt x="280072" y="167451"/>
                  </a:lnTo>
                  <a:lnTo>
                    <a:pt x="280072" y="160042"/>
                  </a:lnTo>
                  <a:lnTo>
                    <a:pt x="272663" y="122995"/>
                  </a:lnTo>
                  <a:lnTo>
                    <a:pt x="257844" y="88912"/>
                  </a:lnTo>
                  <a:lnTo>
                    <a:pt x="231171" y="62238"/>
                  </a:lnTo>
                  <a:lnTo>
                    <a:pt x="197088" y="44456"/>
                  </a:lnTo>
                  <a:lnTo>
                    <a:pt x="160041" y="37047"/>
                  </a:lnTo>
                  <a:close/>
                  <a:moveTo>
                    <a:pt x="160041" y="0"/>
                  </a:moveTo>
                  <a:lnTo>
                    <a:pt x="201534" y="5927"/>
                  </a:lnTo>
                  <a:lnTo>
                    <a:pt x="240062" y="22228"/>
                  </a:lnTo>
                  <a:lnTo>
                    <a:pt x="271181" y="45938"/>
                  </a:lnTo>
                  <a:lnTo>
                    <a:pt x="294891" y="80021"/>
                  </a:lnTo>
                  <a:lnTo>
                    <a:pt x="312673" y="118549"/>
                  </a:lnTo>
                  <a:lnTo>
                    <a:pt x="317119" y="160042"/>
                  </a:lnTo>
                  <a:lnTo>
                    <a:pt x="317119" y="168933"/>
                  </a:lnTo>
                  <a:lnTo>
                    <a:pt x="312673" y="191161"/>
                  </a:lnTo>
                  <a:lnTo>
                    <a:pt x="303782" y="225244"/>
                  </a:lnTo>
                  <a:lnTo>
                    <a:pt x="286000" y="265254"/>
                  </a:lnTo>
                  <a:lnTo>
                    <a:pt x="257844" y="309710"/>
                  </a:lnTo>
                  <a:lnTo>
                    <a:pt x="250435" y="324529"/>
                  </a:lnTo>
                  <a:lnTo>
                    <a:pt x="248953" y="342311"/>
                  </a:lnTo>
                  <a:lnTo>
                    <a:pt x="248953" y="358612"/>
                  </a:lnTo>
                  <a:lnTo>
                    <a:pt x="248953" y="364539"/>
                  </a:lnTo>
                  <a:lnTo>
                    <a:pt x="245990" y="368985"/>
                  </a:lnTo>
                  <a:lnTo>
                    <a:pt x="244508" y="373430"/>
                  </a:lnTo>
                  <a:lnTo>
                    <a:pt x="240062" y="376394"/>
                  </a:lnTo>
                  <a:lnTo>
                    <a:pt x="235616" y="377876"/>
                  </a:lnTo>
                  <a:lnTo>
                    <a:pt x="231171" y="377876"/>
                  </a:lnTo>
                  <a:lnTo>
                    <a:pt x="88912" y="377876"/>
                  </a:lnTo>
                  <a:lnTo>
                    <a:pt x="81503" y="377876"/>
                  </a:lnTo>
                  <a:lnTo>
                    <a:pt x="77057" y="376394"/>
                  </a:lnTo>
                  <a:lnTo>
                    <a:pt x="72611" y="373430"/>
                  </a:lnTo>
                  <a:lnTo>
                    <a:pt x="71129" y="368985"/>
                  </a:lnTo>
                  <a:lnTo>
                    <a:pt x="68166" y="364539"/>
                  </a:lnTo>
                  <a:lnTo>
                    <a:pt x="68166" y="358612"/>
                  </a:lnTo>
                  <a:lnTo>
                    <a:pt x="68166" y="342311"/>
                  </a:lnTo>
                  <a:lnTo>
                    <a:pt x="66684" y="324529"/>
                  </a:lnTo>
                  <a:lnTo>
                    <a:pt x="59275" y="309710"/>
                  </a:lnTo>
                  <a:lnTo>
                    <a:pt x="31119" y="265254"/>
                  </a:lnTo>
                  <a:lnTo>
                    <a:pt x="13337" y="225244"/>
                  </a:lnTo>
                  <a:lnTo>
                    <a:pt x="4446" y="191161"/>
                  </a:lnTo>
                  <a:lnTo>
                    <a:pt x="0" y="168933"/>
                  </a:lnTo>
                  <a:lnTo>
                    <a:pt x="0" y="160042"/>
                  </a:lnTo>
                  <a:lnTo>
                    <a:pt x="4446" y="118549"/>
                  </a:lnTo>
                  <a:lnTo>
                    <a:pt x="22228" y="80021"/>
                  </a:lnTo>
                  <a:lnTo>
                    <a:pt x="45938" y="45938"/>
                  </a:lnTo>
                  <a:lnTo>
                    <a:pt x="77057" y="22228"/>
                  </a:lnTo>
                  <a:lnTo>
                    <a:pt x="117067" y="5927"/>
                  </a:lnTo>
                  <a:lnTo>
                    <a:pt x="1600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8" name="Freeform 7339">
              <a:extLst>
                <a:ext uri="{F6E58CE0-66F6-446E-A078-741AC4CD8551}">
                  <a16:creationId xmlns:a16="http://schemas.microsoft.com/office/drawing/2010/main" id="{F519ED47-E830-4D4A-AB01-4C2CC414ABAD}"/>
                </a:ext>
              </a:extLst>
            </p:cNvPr>
            <p:cNvSpPr/>
            <p:nvPr/>
          </p:nvSpPr>
          <p:spPr>
            <a:xfrm rot="0">
              <a:off x="4268859" y="1817471"/>
              <a:ext cx="186715" cy="38528"/>
            </a:xfrm>
            <a:custGeom>
              <a:avLst/>
              <a:gdLst/>
              <a:ahLst/>
              <a:cxnLst/>
              <a:rect b="b" l="0" r="r" t="0"/>
              <a:pathLst>
                <a:path h="38529" w="186715">
                  <a:moveTo>
                    <a:pt x="17782" y="0"/>
                  </a:moveTo>
                  <a:lnTo>
                    <a:pt x="165969" y="0"/>
                  </a:lnTo>
                  <a:lnTo>
                    <a:pt x="173378" y="2964"/>
                  </a:lnTo>
                  <a:lnTo>
                    <a:pt x="179306" y="7409"/>
                  </a:lnTo>
                  <a:lnTo>
                    <a:pt x="183751" y="13337"/>
                  </a:lnTo>
                  <a:lnTo>
                    <a:pt x="186715" y="20746"/>
                  </a:lnTo>
                  <a:lnTo>
                    <a:pt x="183751" y="26674"/>
                  </a:lnTo>
                  <a:lnTo>
                    <a:pt x="179306" y="34083"/>
                  </a:lnTo>
                  <a:lnTo>
                    <a:pt x="173378" y="38529"/>
                  </a:lnTo>
                  <a:lnTo>
                    <a:pt x="165969" y="38529"/>
                  </a:lnTo>
                  <a:lnTo>
                    <a:pt x="17782" y="38529"/>
                  </a:lnTo>
                  <a:lnTo>
                    <a:pt x="10373" y="38529"/>
                  </a:lnTo>
                  <a:lnTo>
                    <a:pt x="4446" y="34083"/>
                  </a:lnTo>
                  <a:lnTo>
                    <a:pt x="0" y="26674"/>
                  </a:lnTo>
                  <a:lnTo>
                    <a:pt x="0" y="20746"/>
                  </a:lnTo>
                  <a:lnTo>
                    <a:pt x="0" y="13337"/>
                  </a:lnTo>
                  <a:lnTo>
                    <a:pt x="4446" y="7409"/>
                  </a:lnTo>
                  <a:lnTo>
                    <a:pt x="10373" y="2964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9" name="Freeform 7340">
              <a:extLst>
                <a:ext uri="{2A5F4D64-BE37-42DB-A620-CD7F5C795C5D}">
                  <a16:creationId xmlns:a16="http://schemas.microsoft.com/office/drawing/2010/main" id="{10EE6936-753A-4434-8501-5D4C76E16366}"/>
                </a:ext>
              </a:extLst>
            </p:cNvPr>
            <p:cNvSpPr/>
            <p:nvPr/>
          </p:nvSpPr>
          <p:spPr>
            <a:xfrm rot="0">
              <a:off x="4286642" y="1860446"/>
              <a:ext cx="148187" cy="37046"/>
            </a:xfrm>
            <a:custGeom>
              <a:avLst/>
              <a:gdLst/>
              <a:ahLst/>
              <a:cxnLst/>
              <a:rect b="b" l="0" r="r" t="0"/>
              <a:pathLst>
                <a:path h="37047" w="148187">
                  <a:moveTo>
                    <a:pt x="17782" y="0"/>
                  </a:moveTo>
                  <a:lnTo>
                    <a:pt x="130405" y="0"/>
                  </a:lnTo>
                  <a:lnTo>
                    <a:pt x="137814" y="1482"/>
                  </a:lnTo>
                  <a:lnTo>
                    <a:pt x="143741" y="5928"/>
                  </a:lnTo>
                  <a:lnTo>
                    <a:pt x="148187" y="10373"/>
                  </a:lnTo>
                  <a:lnTo>
                    <a:pt x="148187" y="19264"/>
                  </a:lnTo>
                  <a:lnTo>
                    <a:pt x="148187" y="26674"/>
                  </a:lnTo>
                  <a:lnTo>
                    <a:pt x="143741" y="32601"/>
                  </a:lnTo>
                  <a:lnTo>
                    <a:pt x="137814" y="37047"/>
                  </a:lnTo>
                  <a:lnTo>
                    <a:pt x="130405" y="37047"/>
                  </a:lnTo>
                  <a:lnTo>
                    <a:pt x="17782" y="37047"/>
                  </a:lnTo>
                  <a:lnTo>
                    <a:pt x="10373" y="37047"/>
                  </a:lnTo>
                  <a:lnTo>
                    <a:pt x="4446" y="32601"/>
                  </a:lnTo>
                  <a:lnTo>
                    <a:pt x="0" y="26674"/>
                  </a:lnTo>
                  <a:lnTo>
                    <a:pt x="0" y="19264"/>
                  </a:lnTo>
                  <a:lnTo>
                    <a:pt x="0" y="10373"/>
                  </a:lnTo>
                  <a:lnTo>
                    <a:pt x="4446" y="5928"/>
                  </a:lnTo>
                  <a:lnTo>
                    <a:pt x="10373" y="1482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0" name="Freeform 7341">
              <a:extLst>
                <a:ext uri="{C2650343-D0EC-4093-8DEB-0C2AB1CC4937}">
                  <a16:creationId xmlns:a16="http://schemas.microsoft.com/office/drawing/2010/main" id="{426F5274-847E-49B6-BB04-284CBE09D256}"/>
                </a:ext>
              </a:extLst>
            </p:cNvPr>
            <p:cNvSpPr/>
            <p:nvPr/>
          </p:nvSpPr>
          <p:spPr>
            <a:xfrm rot="0">
              <a:off x="4301460" y="1590746"/>
              <a:ext cx="44456" cy="203016"/>
            </a:xfrm>
            <a:custGeom>
              <a:avLst/>
              <a:gdLst/>
              <a:ahLst/>
              <a:cxnLst/>
              <a:rect b="b" l="0" r="r" t="0"/>
              <a:pathLst>
                <a:path h="203016" w="44456">
                  <a:moveTo>
                    <a:pt x="20746" y="0"/>
                  </a:moveTo>
                  <a:lnTo>
                    <a:pt x="44456" y="200052"/>
                  </a:lnTo>
                  <a:lnTo>
                    <a:pt x="25192" y="203016"/>
                  </a:lnTo>
                  <a:lnTo>
                    <a:pt x="0" y="4446"/>
                  </a:lnTo>
                  <a:lnTo>
                    <a:pt x="207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1" name="Freeform 7342">
              <a:extLst>
                <a:ext uri="{933A0D31-06D7-412B-AB47-60F780E3B4AF}">
                  <a16:creationId xmlns:a16="http://schemas.microsoft.com/office/drawing/2010/main" id="{8211D2D7-6BD3-4DF7-97B0-EADF6870BFFA}"/>
                </a:ext>
              </a:extLst>
            </p:cNvPr>
            <p:cNvSpPr/>
            <p:nvPr/>
          </p:nvSpPr>
          <p:spPr>
            <a:xfrm rot="0">
              <a:off x="4375554" y="1590746"/>
              <a:ext cx="44456" cy="203016"/>
            </a:xfrm>
            <a:custGeom>
              <a:avLst/>
              <a:gdLst/>
              <a:ahLst/>
              <a:cxnLst/>
              <a:rect b="b" l="0" r="r" t="0"/>
              <a:pathLst>
                <a:path h="203016" w="44456">
                  <a:moveTo>
                    <a:pt x="23710" y="0"/>
                  </a:moveTo>
                  <a:lnTo>
                    <a:pt x="44456" y="4446"/>
                  </a:lnTo>
                  <a:lnTo>
                    <a:pt x="19264" y="203016"/>
                  </a:lnTo>
                  <a:lnTo>
                    <a:pt x="0" y="200052"/>
                  </a:lnTo>
                  <a:lnTo>
                    <a:pt x="237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2" name="Freeform 7343">
              <a:extLst>
                <a:ext uri="{5D760760-C08E-4796-AAF9-B1ADF7690B0A}">
                  <a16:creationId xmlns:a16="http://schemas.microsoft.com/office/drawing/2010/main" id="{123EBEAE-9F1A-4180-92C2-C9BF681AF489}"/>
                </a:ext>
              </a:extLst>
            </p:cNvPr>
            <p:cNvSpPr/>
            <p:nvPr/>
          </p:nvSpPr>
          <p:spPr>
            <a:xfrm rot="0">
              <a:off x="4308870" y="1611492"/>
              <a:ext cx="102249" cy="31120"/>
            </a:xfrm>
            <a:custGeom>
              <a:avLst/>
              <a:gdLst/>
              <a:ahLst/>
              <a:cxnLst/>
              <a:rect b="b" l="0" r="r" t="0"/>
              <a:pathLst>
                <a:path h="31120" w="102249">
                  <a:moveTo>
                    <a:pt x="4446" y="0"/>
                  </a:moveTo>
                  <a:lnTo>
                    <a:pt x="8891" y="0"/>
                  </a:lnTo>
                  <a:lnTo>
                    <a:pt x="13337" y="1482"/>
                  </a:lnTo>
                  <a:lnTo>
                    <a:pt x="14819" y="5928"/>
                  </a:lnTo>
                  <a:lnTo>
                    <a:pt x="19264" y="1482"/>
                  </a:lnTo>
                  <a:lnTo>
                    <a:pt x="22228" y="0"/>
                  </a:lnTo>
                  <a:lnTo>
                    <a:pt x="28156" y="0"/>
                  </a:lnTo>
                  <a:lnTo>
                    <a:pt x="32601" y="0"/>
                  </a:lnTo>
                  <a:lnTo>
                    <a:pt x="35565" y="1482"/>
                  </a:lnTo>
                  <a:lnTo>
                    <a:pt x="40010" y="5928"/>
                  </a:lnTo>
                  <a:lnTo>
                    <a:pt x="41492" y="1482"/>
                  </a:lnTo>
                  <a:lnTo>
                    <a:pt x="45938" y="0"/>
                  </a:lnTo>
                  <a:lnTo>
                    <a:pt x="50384" y="0"/>
                  </a:lnTo>
                  <a:lnTo>
                    <a:pt x="54829" y="0"/>
                  </a:lnTo>
                  <a:lnTo>
                    <a:pt x="59275" y="1482"/>
                  </a:lnTo>
                  <a:lnTo>
                    <a:pt x="62239" y="5928"/>
                  </a:lnTo>
                  <a:lnTo>
                    <a:pt x="63720" y="1482"/>
                  </a:lnTo>
                  <a:lnTo>
                    <a:pt x="68166" y="0"/>
                  </a:lnTo>
                  <a:lnTo>
                    <a:pt x="72612" y="0"/>
                  </a:lnTo>
                  <a:lnTo>
                    <a:pt x="80021" y="0"/>
                  </a:lnTo>
                  <a:lnTo>
                    <a:pt x="84467" y="1482"/>
                  </a:lnTo>
                  <a:lnTo>
                    <a:pt x="85948" y="5928"/>
                  </a:lnTo>
                  <a:lnTo>
                    <a:pt x="88912" y="1482"/>
                  </a:lnTo>
                  <a:lnTo>
                    <a:pt x="93358" y="0"/>
                  </a:lnTo>
                  <a:lnTo>
                    <a:pt x="97803" y="0"/>
                  </a:lnTo>
                  <a:lnTo>
                    <a:pt x="97803" y="17783"/>
                  </a:lnTo>
                  <a:lnTo>
                    <a:pt x="99285" y="17783"/>
                  </a:lnTo>
                  <a:lnTo>
                    <a:pt x="102249" y="14819"/>
                  </a:lnTo>
                  <a:lnTo>
                    <a:pt x="102249" y="17783"/>
                  </a:lnTo>
                  <a:lnTo>
                    <a:pt x="99285" y="17783"/>
                  </a:lnTo>
                  <a:lnTo>
                    <a:pt x="99285" y="22229"/>
                  </a:lnTo>
                  <a:lnTo>
                    <a:pt x="97803" y="23710"/>
                  </a:lnTo>
                  <a:lnTo>
                    <a:pt x="94840" y="28156"/>
                  </a:lnTo>
                  <a:lnTo>
                    <a:pt x="90394" y="31120"/>
                  </a:lnTo>
                  <a:lnTo>
                    <a:pt x="85948" y="31120"/>
                  </a:lnTo>
                  <a:lnTo>
                    <a:pt x="80021" y="28156"/>
                  </a:lnTo>
                  <a:lnTo>
                    <a:pt x="77057" y="26674"/>
                  </a:lnTo>
                  <a:lnTo>
                    <a:pt x="72612" y="23710"/>
                  </a:lnTo>
                  <a:lnTo>
                    <a:pt x="71130" y="26674"/>
                  </a:lnTo>
                  <a:lnTo>
                    <a:pt x="68166" y="28156"/>
                  </a:lnTo>
                  <a:lnTo>
                    <a:pt x="62239" y="31120"/>
                  </a:lnTo>
                  <a:lnTo>
                    <a:pt x="57793" y="28156"/>
                  </a:lnTo>
                  <a:lnTo>
                    <a:pt x="53347" y="26674"/>
                  </a:lnTo>
                  <a:lnTo>
                    <a:pt x="50384" y="23710"/>
                  </a:lnTo>
                  <a:lnTo>
                    <a:pt x="48902" y="26674"/>
                  </a:lnTo>
                  <a:lnTo>
                    <a:pt x="44456" y="28156"/>
                  </a:lnTo>
                  <a:lnTo>
                    <a:pt x="40010" y="31120"/>
                  </a:lnTo>
                  <a:lnTo>
                    <a:pt x="32601" y="28156"/>
                  </a:lnTo>
                  <a:lnTo>
                    <a:pt x="31119" y="26674"/>
                  </a:lnTo>
                  <a:lnTo>
                    <a:pt x="28156" y="23710"/>
                  </a:lnTo>
                  <a:lnTo>
                    <a:pt x="23710" y="26674"/>
                  </a:lnTo>
                  <a:lnTo>
                    <a:pt x="22228" y="28156"/>
                  </a:lnTo>
                  <a:lnTo>
                    <a:pt x="14819" y="31120"/>
                  </a:lnTo>
                  <a:lnTo>
                    <a:pt x="10373" y="31120"/>
                  </a:lnTo>
                  <a:lnTo>
                    <a:pt x="5927" y="28156"/>
                  </a:lnTo>
                  <a:lnTo>
                    <a:pt x="4446" y="23710"/>
                  </a:lnTo>
                  <a:lnTo>
                    <a:pt x="1482" y="22229"/>
                  </a:lnTo>
                  <a:lnTo>
                    <a:pt x="1482" y="17783"/>
                  </a:lnTo>
                  <a:lnTo>
                    <a:pt x="0" y="17783"/>
                  </a:lnTo>
                  <a:lnTo>
                    <a:pt x="0" y="14819"/>
                  </a:lnTo>
                  <a:lnTo>
                    <a:pt x="1482" y="17783"/>
                  </a:lnTo>
                  <a:lnTo>
                    <a:pt x="4446" y="17783"/>
                  </a:lnTo>
                  <a:lnTo>
                    <a:pt x="44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cxnSp>
        <p:nvCxnSpPr>
          <p:cNvPr id="13" name="Straight Connector 19">
            <a:extLst>
              <a:ext uri="{AF2B50F3-7B8D-4371-B19F-33F6AFF45BE7}">
                <a16:creationId xmlns:a16="http://schemas.microsoft.com/office/drawing/2010/main" id="{F31B32AD-BC86-47A7-AEC4-5A454BC39286}"/>
              </a:ext>
            </a:extLst>
          </p:cNvPr>
          <p:cNvCxnSpPr/>
          <p:nvPr/>
        </p:nvCxnSpPr>
        <p:spPr>
          <a:xfrm flipH="true" rot="0">
            <a:off x="3819525" y="0"/>
            <a:ext cx="1266694" cy="3600450"/>
          </a:xfrm>
          <a:prstGeom prst="line">
            <a:avLst/>
          </a:prstGeom>
          <a:ln>
            <a:solidFill>
              <a:srgbClr val="243e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hidden="false" id="14" name="Title 1">
            <a:extLst>
              <a:ext uri="{7F155869-91FC-467E-9594-55BA722DBED5}">
                <a16:creationId xmlns:a16="http://schemas.microsoft.com/office/drawing/2010/main" id="{77D6DD58-8CD9-4A7A-8D43-175949080B49}"/>
              </a:ext>
            </a:extLst>
          </p:cNvPr>
          <p:cNvSpPr>
            <a:spLocks noGrp="true"/>
          </p:cNvSpPr>
          <p:nvPr>
            <p:ph idx="2" type="title"/>
          </p:nvPr>
        </p:nvSpPr>
        <p:spPr>
          <a:xfrm rot="0">
            <a:off x="960915" y="1441320"/>
            <a:ext cx="3266618" cy="798290"/>
          </a:xfrm>
        </p:spPr>
        <p:txBody>
          <a:bodyPr rtlCol="0">
            <a:noAutofit/>
          </a:bodyPr>
          <a:lstStyle>
            <a:lvl1pPr lvl="0">
              <a:defRPr dirty="0" lang="en-US" sz="2800"/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15" name="Slide Number Placeholder 1">
            <a:extLst>
              <a:ext uri="{3380F3A6-BECC-49DB-8232-E63C56EDF904}">
                <a16:creationId xmlns:a16="http://schemas.microsoft.com/office/drawing/2010/main" id="{9E5578D5-6238-4DB6-8119-8EFA37328FFA}"/>
              </a:ext>
            </a:extLst>
          </p:cNvPr>
          <p:cNvSpPr>
            <a:spLocks noGrp="true"/>
          </p:cNvSpPr>
          <p:nvPr>
            <p:ph idx="3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6" name="Footer Placeholder 1">
            <a:extLst>
              <a:ext uri="{15878F97-1E25-42A8-A580-181052274EB5}">
                <a16:creationId xmlns:a16="http://schemas.microsoft.com/office/drawing/2010/main" id="{228636E8-8623-4FAE-9025-4E947F190DFC}"/>
              </a:ext>
            </a:extLst>
          </p:cNvPr>
          <p:cNvSpPr>
            <a:spLocks noGrp="true"/>
          </p:cNvSpPr>
          <p:nvPr>
            <p:ph idx="4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7" name="Date Placeholder 1">
            <a:extLst>
              <a:ext uri="{DE9D8AC9-DEFA-45AB-82F6-CE8031828B3A}">
                <a16:creationId xmlns:a16="http://schemas.microsoft.com/office/drawing/2010/main" id="{9AF58624-D768-43CD-84F6-BC9BF4214921}"/>
              </a:ext>
            </a:extLst>
          </p:cNvPr>
          <p:cNvSpPr>
            <a:spLocks noGrp="true"/>
          </p:cNvSpPr>
          <p:nvPr>
            <p:ph idx="5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551DA37C-0F47-431D-8C83-DD138A7B6708}">
        <p14:creationId xmlns:p14="http://schemas.microsoft.com/office/powerpoint/2010/main" val="1746389016599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Risks and Iss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6491012A-0A46-4849-B408-12BE00FE9383}">
                <a16:creationId xmlns:a16="http://schemas.microsoft.com/office/drawing/2010/main" id="{3A47A660-2D9A-4E59-AC07-E4F487FA657B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1120140" y="641232"/>
            <a:ext cx="6903715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3" name="Oval 6">
            <a:extLst>
              <a:ext uri="{FC6BDA50-6293-41DB-8063-68294F96C449}">
                <a16:creationId xmlns:a16="http://schemas.microsoft.com/office/drawing/2010/main" id="{01E20941-0E29-4E2A-8A66-C4ECC8875A33}"/>
              </a:ext>
            </a:extLst>
          </p:cNvPr>
          <p:cNvSpPr/>
          <p:nvPr userDrawn="1"/>
        </p:nvSpPr>
        <p:spPr>
          <a:xfrm rot="0">
            <a:off x="3167062" y="1862137"/>
            <a:ext cx="2809875" cy="2809875"/>
          </a:xfrm>
          <a:prstGeom prst="ellipse">
            <a:avLst/>
          </a:prstGeom>
          <a:solidFill>
            <a:schemeClr val="bg1"/>
          </a:solidFill>
          <a:ln>
            <a:solidFill>
              <a:srgbClr val="243e3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cxnSp>
        <p:nvCxnSpPr>
          <p:cNvPr id="4" name="Straight Connector 8">
            <a:extLst>
              <a:ext uri="{56042CC2-4BCA-406C-9F77-FE445EC997D0}">
                <a16:creationId xmlns:a16="http://schemas.microsoft.com/office/drawing/2010/main" id="{F6DF496B-8BB9-480A-AE14-993A2CE8F07E}"/>
              </a:ext>
            </a:extLst>
          </p:cNvPr>
          <p:cNvCxnSpPr/>
          <p:nvPr/>
        </p:nvCxnSpPr>
        <p:spPr>
          <a:xfrm flipH="true" rot="0">
            <a:off x="5648324" y="2200275"/>
            <a:ext cx="31718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  <a:headEnd len="med" type="oval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0">
            <a:extLst>
              <a:ext uri="{4EBD5CE9-770A-48EC-83B0-D6460F3D9315}">
                <a16:creationId xmlns:a16="http://schemas.microsoft.com/office/drawing/2010/main" id="{5C987C24-96BC-4478-B0BA-06E02EED5BD3}"/>
              </a:ext>
            </a:extLst>
          </p:cNvPr>
          <p:cNvCxnSpPr/>
          <p:nvPr/>
        </p:nvCxnSpPr>
        <p:spPr>
          <a:xfrm rot="0">
            <a:off x="323850" y="2200275"/>
            <a:ext cx="31718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  <a:headEnd len="med" type="oval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3">
            <a:extLst>
              <a:ext uri="{9BA36141-8C2C-4C06-9E4F-16CA6071618D}">
                <a16:creationId xmlns:a16="http://schemas.microsoft.com/office/drawing/2010/main" id="{A82D17F3-9A47-490A-85BA-7414D4DB7D3C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1089786" y="1804597"/>
            <a:ext cx="1685925" cy="276999"/>
          </a:xfrm>
          <a:prstGeom prst="rect">
            <a:avLst/>
          </a:prstGeom>
          <a:solidFill>
            <a:schemeClr val="accent1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>
              <a:buNone/>
              <a:defRPr b="1" dirty="0" lang="en-US"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dirty="0" lang="en-US"/>
              <a:t>Add label</a:t>
            </a:r>
            <a:endParaRPr dirty="0" lang="en-US"/>
          </a:p>
        </p:txBody>
      </p:sp>
      <p:sp>
        <p:nvSpPr>
          <p:cNvPr id="7" name="Text Placeholder 13">
            <a:extLst>
              <a:ext uri="{A7BEF1D0-F59B-477F-9015-093853D64485}">
                <a16:creationId xmlns:a16="http://schemas.microsoft.com/office/drawing/2010/main" id="{50485DAE-55E8-422F-BA3A-DC985533B036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6990524" y="1804597"/>
            <a:ext cx="1685925" cy="276999"/>
          </a:xfrm>
          <a:prstGeom prst="rect">
            <a:avLst/>
          </a:prstGeom>
          <a:solidFill>
            <a:schemeClr val="accent1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>
              <a:buNone/>
              <a:defRPr b="1" dirty="0" lang="en-US"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dirty="0" lang="en-US"/>
              <a:t>Add label</a:t>
            </a:r>
            <a:endParaRPr dirty="0" lang="en-US"/>
          </a:p>
        </p:txBody>
      </p:sp>
      <p:sp>
        <p:nvSpPr>
          <p:cNvPr id="8" name="Text Placeholder 7">
            <a:extLst>
              <a:ext uri="{46CA49E5-AE42-40D3-B2C0-AE4CBA2064C7}">
                <a16:creationId xmlns:a16="http://schemas.microsoft.com/office/drawing/2010/main" id="{FFEFAA6A-A714-401D-8BC4-E6A617BA92DD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323847" y="2419738"/>
            <a:ext cx="2643187" cy="2286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 rtl="false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9" name="Text Placeholder 7">
            <a:extLst>
              <a:ext uri="{42995424-AC88-4C93-97F5-8C332038D8E7}">
                <a16:creationId xmlns:a16="http://schemas.microsoft.com/office/drawing/2010/main" id="{0FF5CE3E-58BC-4797-96E1-FB19E969EDF8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6224588" y="2419736"/>
            <a:ext cx="2643187" cy="2286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 rtl="false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10" name="Oval 17">
            <a:extLst>
              <a:ext uri="{86966A9D-217C-4401-8F01-368C9ED7EAC0}">
                <a16:creationId xmlns:a16="http://schemas.microsoft.com/office/drawing/2010/main" id="{CB8E4AD5-37BE-42AC-8111-EE2593FB7FA4}"/>
              </a:ext>
            </a:extLst>
          </p:cNvPr>
          <p:cNvSpPr/>
          <p:nvPr userDrawn="1"/>
        </p:nvSpPr>
        <p:spPr>
          <a:xfrm rot="0">
            <a:off x="3486150" y="2181225"/>
            <a:ext cx="2171700" cy="2171700"/>
          </a:xfrm>
          <a:prstGeom prst="ellipse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grpSp>
        <p:nvGrpSpPr>
          <p:cNvPr id="11" name="Grupo 8875">
            <a:extLst>
              <a:ext uri="{168E15B5-2FF8-4C85-AB8C-A26A99BE5085}">
                <a16:creationId xmlns:a16="http://schemas.microsoft.com/office/drawing/2010/main" id="{A36C28AA-229A-4F96-B0CB-E7FADDAE311A}"/>
              </a:ext>
            </a:extLst>
          </p:cNvPr>
          <p:cNvGrpSpPr/>
          <p:nvPr/>
        </p:nvGrpSpPr>
        <p:grpSpPr>
          <a:xfrm rot="0">
            <a:off x="6445307" y="1792141"/>
            <a:ext cx="253843" cy="254678"/>
            <a:chOff x="11109894" y="1459407"/>
            <a:chExt cx="450487" cy="451969"/>
          </a:xfrm>
          <a:solidFill>
            <a:srgbClr val="c2a83e"/>
          </a:solidFill>
        </p:grpSpPr>
        <p:sp>
          <p:nvSpPr>
            <p:cNvPr id="12" name="Freeform 6776">
              <a:extLst>
                <a:ext uri="{CC9EB9C4-26BD-42EF-9231-B8B5F4DBE9DD}">
                  <a16:creationId xmlns:a16="http://schemas.microsoft.com/office/drawing/2010/main" id="{710A8FB9-A607-457E-9A6E-C9F00B790ACF}"/>
                </a:ext>
              </a:extLst>
            </p:cNvPr>
            <p:cNvSpPr/>
            <p:nvPr/>
          </p:nvSpPr>
          <p:spPr>
            <a:xfrm rot="0">
              <a:off x="11306981" y="1459407"/>
              <a:ext cx="253399" cy="254881"/>
            </a:xfrm>
            <a:custGeom>
              <a:avLst/>
              <a:gdLst/>
              <a:ahLst/>
              <a:cxnLst/>
              <a:rect b="b" l="0" r="r" t="0"/>
              <a:pathLst>
                <a:path h="254881" w="253399">
                  <a:moveTo>
                    <a:pt x="133368" y="0"/>
                  </a:moveTo>
                  <a:lnTo>
                    <a:pt x="164487" y="0"/>
                  </a:lnTo>
                  <a:lnTo>
                    <a:pt x="194124" y="8891"/>
                  </a:lnTo>
                  <a:lnTo>
                    <a:pt x="220798" y="28155"/>
                  </a:lnTo>
                  <a:lnTo>
                    <a:pt x="226725" y="34083"/>
                  </a:lnTo>
                  <a:lnTo>
                    <a:pt x="244508" y="60757"/>
                  </a:lnTo>
                  <a:lnTo>
                    <a:pt x="253399" y="90394"/>
                  </a:lnTo>
                  <a:lnTo>
                    <a:pt x="253399" y="121513"/>
                  </a:lnTo>
                  <a:lnTo>
                    <a:pt x="244508" y="152632"/>
                  </a:lnTo>
                  <a:lnTo>
                    <a:pt x="226725" y="179306"/>
                  </a:lnTo>
                  <a:lnTo>
                    <a:pt x="177824" y="225244"/>
                  </a:lnTo>
                  <a:lnTo>
                    <a:pt x="158560" y="241544"/>
                  </a:lnTo>
                  <a:lnTo>
                    <a:pt x="133368" y="251917"/>
                  </a:lnTo>
                  <a:lnTo>
                    <a:pt x="106694" y="254881"/>
                  </a:lnTo>
                  <a:lnTo>
                    <a:pt x="97803" y="254881"/>
                  </a:lnTo>
                  <a:lnTo>
                    <a:pt x="91876" y="251917"/>
                  </a:lnTo>
                  <a:lnTo>
                    <a:pt x="84466" y="247472"/>
                  </a:lnTo>
                  <a:lnTo>
                    <a:pt x="82984" y="241544"/>
                  </a:lnTo>
                  <a:lnTo>
                    <a:pt x="80021" y="234135"/>
                  </a:lnTo>
                  <a:lnTo>
                    <a:pt x="82984" y="225244"/>
                  </a:lnTo>
                  <a:lnTo>
                    <a:pt x="87430" y="220798"/>
                  </a:lnTo>
                  <a:lnTo>
                    <a:pt x="93358" y="216352"/>
                  </a:lnTo>
                  <a:lnTo>
                    <a:pt x="102249" y="216352"/>
                  </a:lnTo>
                  <a:lnTo>
                    <a:pt x="128922" y="211907"/>
                  </a:lnTo>
                  <a:lnTo>
                    <a:pt x="151150" y="198570"/>
                  </a:lnTo>
                  <a:lnTo>
                    <a:pt x="200052" y="152632"/>
                  </a:lnTo>
                  <a:lnTo>
                    <a:pt x="213389" y="130404"/>
                  </a:lnTo>
                  <a:lnTo>
                    <a:pt x="217834" y="105213"/>
                  </a:lnTo>
                  <a:lnTo>
                    <a:pt x="213389" y="81503"/>
                  </a:lnTo>
                  <a:lnTo>
                    <a:pt x="200052" y="60757"/>
                  </a:lnTo>
                  <a:lnTo>
                    <a:pt x="194124" y="54829"/>
                  </a:lnTo>
                  <a:lnTo>
                    <a:pt x="173378" y="41492"/>
                  </a:lnTo>
                  <a:lnTo>
                    <a:pt x="149668" y="37047"/>
                  </a:lnTo>
                  <a:lnTo>
                    <a:pt x="124477" y="41492"/>
                  </a:lnTo>
                  <a:lnTo>
                    <a:pt x="102249" y="54829"/>
                  </a:lnTo>
                  <a:lnTo>
                    <a:pt x="56311" y="103731"/>
                  </a:lnTo>
                  <a:lnTo>
                    <a:pt x="42974" y="125959"/>
                  </a:lnTo>
                  <a:lnTo>
                    <a:pt x="38529" y="152632"/>
                  </a:lnTo>
                  <a:lnTo>
                    <a:pt x="38529" y="161523"/>
                  </a:lnTo>
                  <a:lnTo>
                    <a:pt x="34083" y="167451"/>
                  </a:lnTo>
                  <a:lnTo>
                    <a:pt x="29637" y="171896"/>
                  </a:lnTo>
                  <a:lnTo>
                    <a:pt x="20746" y="174860"/>
                  </a:lnTo>
                  <a:lnTo>
                    <a:pt x="13337" y="171896"/>
                  </a:lnTo>
                  <a:lnTo>
                    <a:pt x="7409" y="170415"/>
                  </a:lnTo>
                  <a:lnTo>
                    <a:pt x="2964" y="163005"/>
                  </a:lnTo>
                  <a:lnTo>
                    <a:pt x="0" y="157078"/>
                  </a:lnTo>
                  <a:lnTo>
                    <a:pt x="2964" y="127441"/>
                  </a:lnTo>
                  <a:lnTo>
                    <a:pt x="11855" y="99285"/>
                  </a:lnTo>
                  <a:lnTo>
                    <a:pt x="29637" y="77057"/>
                  </a:lnTo>
                  <a:lnTo>
                    <a:pt x="75575" y="28155"/>
                  </a:lnTo>
                  <a:lnTo>
                    <a:pt x="102249" y="8891"/>
                  </a:lnTo>
                  <a:lnTo>
                    <a:pt x="1333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3" name="Freeform 6777">
              <a:extLst>
                <a:ext uri="{C93C4D27-CB25-4CBF-A1EB-51BB983F406C}">
                  <a16:creationId xmlns:a16="http://schemas.microsoft.com/office/drawing/2010/main" id="{74CCB775-D2E8-41F6-857D-08ED64079B4E}"/>
                </a:ext>
              </a:extLst>
            </p:cNvPr>
            <p:cNvSpPr/>
            <p:nvPr/>
          </p:nvSpPr>
          <p:spPr>
            <a:xfrm rot="0">
              <a:off x="11109894" y="1656495"/>
              <a:ext cx="254881" cy="254881"/>
            </a:xfrm>
            <a:custGeom>
              <a:avLst/>
              <a:gdLst/>
              <a:ahLst/>
              <a:cxnLst/>
              <a:rect b="b" l="0" r="r" t="0"/>
              <a:pathLst>
                <a:path h="254881" w="254881">
                  <a:moveTo>
                    <a:pt x="157078" y="0"/>
                  </a:moveTo>
                  <a:lnTo>
                    <a:pt x="164487" y="1482"/>
                  </a:lnTo>
                  <a:lnTo>
                    <a:pt x="170415" y="5927"/>
                  </a:lnTo>
                  <a:lnTo>
                    <a:pt x="173378" y="13337"/>
                  </a:lnTo>
                  <a:lnTo>
                    <a:pt x="174860" y="19264"/>
                  </a:lnTo>
                  <a:lnTo>
                    <a:pt x="173378" y="26674"/>
                  </a:lnTo>
                  <a:lnTo>
                    <a:pt x="168933" y="32601"/>
                  </a:lnTo>
                  <a:lnTo>
                    <a:pt x="161523" y="37047"/>
                  </a:lnTo>
                  <a:lnTo>
                    <a:pt x="155596" y="37047"/>
                  </a:lnTo>
                  <a:lnTo>
                    <a:pt x="134850" y="37047"/>
                  </a:lnTo>
                  <a:lnTo>
                    <a:pt x="117067" y="44456"/>
                  </a:lnTo>
                  <a:lnTo>
                    <a:pt x="103731" y="54829"/>
                  </a:lnTo>
                  <a:lnTo>
                    <a:pt x="57793" y="102249"/>
                  </a:lnTo>
                  <a:lnTo>
                    <a:pt x="41492" y="124477"/>
                  </a:lnTo>
                  <a:lnTo>
                    <a:pt x="37047" y="148187"/>
                  </a:lnTo>
                  <a:lnTo>
                    <a:pt x="41492" y="173378"/>
                  </a:lnTo>
                  <a:lnTo>
                    <a:pt x="57793" y="192643"/>
                  </a:lnTo>
                  <a:lnTo>
                    <a:pt x="62238" y="197088"/>
                  </a:lnTo>
                  <a:lnTo>
                    <a:pt x="81503" y="213389"/>
                  </a:lnTo>
                  <a:lnTo>
                    <a:pt x="106694" y="217834"/>
                  </a:lnTo>
                  <a:lnTo>
                    <a:pt x="130404" y="213389"/>
                  </a:lnTo>
                  <a:lnTo>
                    <a:pt x="152632" y="197088"/>
                  </a:lnTo>
                  <a:lnTo>
                    <a:pt x="200052" y="151150"/>
                  </a:lnTo>
                  <a:lnTo>
                    <a:pt x="213389" y="128922"/>
                  </a:lnTo>
                  <a:lnTo>
                    <a:pt x="217834" y="99285"/>
                  </a:lnTo>
                  <a:lnTo>
                    <a:pt x="217834" y="93358"/>
                  </a:lnTo>
                  <a:lnTo>
                    <a:pt x="222280" y="85948"/>
                  </a:lnTo>
                  <a:lnTo>
                    <a:pt x="228207" y="81503"/>
                  </a:lnTo>
                  <a:lnTo>
                    <a:pt x="235617" y="80021"/>
                  </a:lnTo>
                  <a:lnTo>
                    <a:pt x="241544" y="81503"/>
                  </a:lnTo>
                  <a:lnTo>
                    <a:pt x="248954" y="84466"/>
                  </a:lnTo>
                  <a:lnTo>
                    <a:pt x="253399" y="90394"/>
                  </a:lnTo>
                  <a:lnTo>
                    <a:pt x="254881" y="97803"/>
                  </a:lnTo>
                  <a:lnTo>
                    <a:pt x="253399" y="125959"/>
                  </a:lnTo>
                  <a:lnTo>
                    <a:pt x="244508" y="155596"/>
                  </a:lnTo>
                  <a:lnTo>
                    <a:pt x="226726" y="177824"/>
                  </a:lnTo>
                  <a:lnTo>
                    <a:pt x="179306" y="223762"/>
                  </a:lnTo>
                  <a:lnTo>
                    <a:pt x="157078" y="241544"/>
                  </a:lnTo>
                  <a:lnTo>
                    <a:pt x="133368" y="250435"/>
                  </a:lnTo>
                  <a:lnTo>
                    <a:pt x="106694" y="254881"/>
                  </a:lnTo>
                  <a:lnTo>
                    <a:pt x="81503" y="250435"/>
                  </a:lnTo>
                  <a:lnTo>
                    <a:pt x="57793" y="241544"/>
                  </a:lnTo>
                  <a:lnTo>
                    <a:pt x="35565" y="226726"/>
                  </a:lnTo>
                  <a:lnTo>
                    <a:pt x="28155" y="219316"/>
                  </a:lnTo>
                  <a:lnTo>
                    <a:pt x="13337" y="200052"/>
                  </a:lnTo>
                  <a:lnTo>
                    <a:pt x="4446" y="174860"/>
                  </a:lnTo>
                  <a:lnTo>
                    <a:pt x="0" y="148187"/>
                  </a:lnTo>
                  <a:lnTo>
                    <a:pt x="4446" y="121513"/>
                  </a:lnTo>
                  <a:lnTo>
                    <a:pt x="13337" y="97803"/>
                  </a:lnTo>
                  <a:lnTo>
                    <a:pt x="31119" y="75575"/>
                  </a:lnTo>
                  <a:lnTo>
                    <a:pt x="77057" y="28155"/>
                  </a:lnTo>
                  <a:lnTo>
                    <a:pt x="99285" y="10373"/>
                  </a:lnTo>
                  <a:lnTo>
                    <a:pt x="128922" y="1482"/>
                  </a:lnTo>
                  <a:lnTo>
                    <a:pt x="1570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4" name="Freeform 6778">
              <a:extLst>
                <a:ext uri="{D47D4719-BE31-4E62-ACDC-6A11A813C061}">
                  <a16:creationId xmlns:a16="http://schemas.microsoft.com/office/drawing/2010/main" id="{B6E01DD5-CBF2-4059-B025-D988C2A0510F}"/>
                </a:ext>
              </a:extLst>
            </p:cNvPr>
            <p:cNvSpPr/>
            <p:nvPr/>
          </p:nvSpPr>
          <p:spPr>
            <a:xfrm rot="0">
              <a:off x="11164722" y="1514235"/>
              <a:ext cx="115586" cy="115586"/>
            </a:xfrm>
            <a:custGeom>
              <a:avLst/>
              <a:gdLst/>
              <a:ahLst/>
              <a:cxnLst/>
              <a:rect b="b" l="0" r="r" t="0"/>
              <a:pathLst>
                <a:path h="115586" w="115586">
                  <a:moveTo>
                    <a:pt x="78539" y="0"/>
                  </a:moveTo>
                  <a:lnTo>
                    <a:pt x="82985" y="0"/>
                  </a:lnTo>
                  <a:lnTo>
                    <a:pt x="87430" y="1482"/>
                  </a:lnTo>
                  <a:lnTo>
                    <a:pt x="88912" y="5927"/>
                  </a:lnTo>
                  <a:lnTo>
                    <a:pt x="115586" y="103731"/>
                  </a:lnTo>
                  <a:lnTo>
                    <a:pt x="115586" y="108177"/>
                  </a:lnTo>
                  <a:lnTo>
                    <a:pt x="114104" y="112622"/>
                  </a:lnTo>
                  <a:lnTo>
                    <a:pt x="111140" y="115586"/>
                  </a:lnTo>
                  <a:lnTo>
                    <a:pt x="106695" y="115586"/>
                  </a:lnTo>
                  <a:lnTo>
                    <a:pt x="105213" y="115586"/>
                  </a:lnTo>
                  <a:lnTo>
                    <a:pt x="7409" y="88912"/>
                  </a:lnTo>
                  <a:lnTo>
                    <a:pt x="2964" y="85949"/>
                  </a:lnTo>
                  <a:lnTo>
                    <a:pt x="0" y="81503"/>
                  </a:lnTo>
                  <a:lnTo>
                    <a:pt x="0" y="77057"/>
                  </a:lnTo>
                  <a:lnTo>
                    <a:pt x="2964" y="72612"/>
                  </a:lnTo>
                  <a:lnTo>
                    <a:pt x="7409" y="71130"/>
                  </a:lnTo>
                  <a:lnTo>
                    <a:pt x="11855" y="71130"/>
                  </a:lnTo>
                  <a:lnTo>
                    <a:pt x="93358" y="93358"/>
                  </a:lnTo>
                  <a:lnTo>
                    <a:pt x="71130" y="10373"/>
                  </a:lnTo>
                  <a:lnTo>
                    <a:pt x="71130" y="5927"/>
                  </a:lnTo>
                  <a:lnTo>
                    <a:pt x="74094" y="1482"/>
                  </a:lnTo>
                  <a:lnTo>
                    <a:pt x="785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5" name="Freeform 6779">
              <a:extLst>
                <a:ext uri="{47E2F947-D2FD-4C39-8C93-4CBEB8FFADCD}">
                  <a16:creationId xmlns:a16="http://schemas.microsoft.com/office/drawing/2010/main" id="{75741B5B-9C65-4D01-B6C6-F798E4A83705}"/>
                </a:ext>
              </a:extLst>
            </p:cNvPr>
            <p:cNvSpPr/>
            <p:nvPr/>
          </p:nvSpPr>
          <p:spPr>
            <a:xfrm rot="0">
              <a:off x="11391447" y="1740960"/>
              <a:ext cx="115586" cy="115586"/>
            </a:xfrm>
            <a:custGeom>
              <a:avLst/>
              <a:gdLst/>
              <a:ahLst/>
              <a:cxnLst/>
              <a:rect b="b" l="0" r="r" t="0"/>
              <a:pathLst>
                <a:path h="115586" w="115586">
                  <a:moveTo>
                    <a:pt x="7409" y="0"/>
                  </a:moveTo>
                  <a:lnTo>
                    <a:pt x="11855" y="0"/>
                  </a:lnTo>
                  <a:lnTo>
                    <a:pt x="109659" y="26674"/>
                  </a:lnTo>
                  <a:lnTo>
                    <a:pt x="114104" y="28156"/>
                  </a:lnTo>
                  <a:lnTo>
                    <a:pt x="115586" y="32601"/>
                  </a:lnTo>
                  <a:lnTo>
                    <a:pt x="115586" y="37047"/>
                  </a:lnTo>
                  <a:lnTo>
                    <a:pt x="114104" y="41492"/>
                  </a:lnTo>
                  <a:lnTo>
                    <a:pt x="109659" y="44456"/>
                  </a:lnTo>
                  <a:lnTo>
                    <a:pt x="105213" y="44456"/>
                  </a:lnTo>
                  <a:lnTo>
                    <a:pt x="22228" y="22228"/>
                  </a:lnTo>
                  <a:lnTo>
                    <a:pt x="44456" y="103731"/>
                  </a:lnTo>
                  <a:lnTo>
                    <a:pt x="44456" y="108177"/>
                  </a:lnTo>
                  <a:lnTo>
                    <a:pt x="42974" y="112622"/>
                  </a:lnTo>
                  <a:lnTo>
                    <a:pt x="38529" y="115586"/>
                  </a:lnTo>
                  <a:lnTo>
                    <a:pt x="35565" y="115586"/>
                  </a:lnTo>
                  <a:lnTo>
                    <a:pt x="31119" y="115586"/>
                  </a:lnTo>
                  <a:lnTo>
                    <a:pt x="26674" y="112622"/>
                  </a:lnTo>
                  <a:lnTo>
                    <a:pt x="25192" y="108177"/>
                  </a:lnTo>
                  <a:lnTo>
                    <a:pt x="0" y="10373"/>
                  </a:lnTo>
                  <a:lnTo>
                    <a:pt x="0" y="5927"/>
                  </a:lnTo>
                  <a:lnTo>
                    <a:pt x="2964" y="1482"/>
                  </a:lnTo>
                  <a:lnTo>
                    <a:pt x="74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grpSp>
        <p:nvGrpSpPr>
          <p:cNvPr id="16" name="Grupo 8890">
            <a:extLst>
              <a:ext uri="{97EA66A5-E811-4DAB-B50B-9A9BA679B905}">
                <a16:creationId xmlns:a16="http://schemas.microsoft.com/office/drawing/2010/main" id="{FD969733-FC89-45E8-9B25-7901027CA3DD}"/>
              </a:ext>
            </a:extLst>
          </p:cNvPr>
          <p:cNvGrpSpPr/>
          <p:nvPr/>
        </p:nvGrpSpPr>
        <p:grpSpPr>
          <a:xfrm rot="0">
            <a:off x="577185" y="1795481"/>
            <a:ext cx="283903" cy="247998"/>
            <a:chOff x="11069881" y="2588569"/>
            <a:chExt cx="503834" cy="440115"/>
          </a:xfrm>
          <a:solidFill>
            <a:srgbClr val="c2a83e"/>
          </a:solidFill>
        </p:grpSpPr>
        <p:sp>
          <p:nvSpPr>
            <p:cNvPr id="17" name="Freeform 6965">
              <a:extLst>
                <a:ext uri="{A20D6763-BDDB-4439-A665-22C72AB9A021}">
                  <a16:creationId xmlns:a16="http://schemas.microsoft.com/office/drawing/2010/main" id="{670E6E10-4F86-4B49-BC5C-D3FBE92755D1}"/>
                </a:ext>
              </a:extLst>
            </p:cNvPr>
            <p:cNvSpPr/>
            <p:nvPr/>
          </p:nvSpPr>
          <p:spPr>
            <a:xfrm rot="0">
              <a:off x="11298089" y="2744167"/>
              <a:ext cx="40011" cy="198570"/>
            </a:xfrm>
            <a:custGeom>
              <a:avLst/>
              <a:gdLst/>
              <a:ahLst/>
              <a:cxnLst/>
              <a:rect b="b" l="0" r="r" t="0"/>
              <a:pathLst>
                <a:path h="198570" w="40011">
                  <a:moveTo>
                    <a:pt x="20746" y="158560"/>
                  </a:moveTo>
                  <a:lnTo>
                    <a:pt x="25192" y="158560"/>
                  </a:lnTo>
                  <a:lnTo>
                    <a:pt x="29638" y="160041"/>
                  </a:lnTo>
                  <a:lnTo>
                    <a:pt x="34083" y="164487"/>
                  </a:lnTo>
                  <a:lnTo>
                    <a:pt x="38529" y="171896"/>
                  </a:lnTo>
                  <a:lnTo>
                    <a:pt x="40011" y="177824"/>
                  </a:lnTo>
                  <a:lnTo>
                    <a:pt x="40011" y="182269"/>
                  </a:lnTo>
                  <a:lnTo>
                    <a:pt x="38529" y="189679"/>
                  </a:lnTo>
                  <a:lnTo>
                    <a:pt x="34083" y="191161"/>
                  </a:lnTo>
                  <a:lnTo>
                    <a:pt x="26674" y="195606"/>
                  </a:lnTo>
                  <a:lnTo>
                    <a:pt x="20746" y="198570"/>
                  </a:lnTo>
                  <a:lnTo>
                    <a:pt x="13337" y="195606"/>
                  </a:lnTo>
                  <a:lnTo>
                    <a:pt x="7409" y="191161"/>
                  </a:lnTo>
                  <a:lnTo>
                    <a:pt x="2964" y="189679"/>
                  </a:lnTo>
                  <a:lnTo>
                    <a:pt x="2964" y="182269"/>
                  </a:lnTo>
                  <a:lnTo>
                    <a:pt x="0" y="177824"/>
                  </a:lnTo>
                  <a:lnTo>
                    <a:pt x="2964" y="171896"/>
                  </a:lnTo>
                  <a:lnTo>
                    <a:pt x="7409" y="164487"/>
                  </a:lnTo>
                  <a:lnTo>
                    <a:pt x="11855" y="160041"/>
                  </a:lnTo>
                  <a:lnTo>
                    <a:pt x="16301" y="158560"/>
                  </a:lnTo>
                  <a:lnTo>
                    <a:pt x="20746" y="158560"/>
                  </a:lnTo>
                  <a:close/>
                  <a:moveTo>
                    <a:pt x="22228" y="0"/>
                  </a:moveTo>
                  <a:lnTo>
                    <a:pt x="26674" y="2964"/>
                  </a:lnTo>
                  <a:lnTo>
                    <a:pt x="34083" y="4446"/>
                  </a:lnTo>
                  <a:lnTo>
                    <a:pt x="35565" y="8891"/>
                  </a:lnTo>
                  <a:lnTo>
                    <a:pt x="38529" y="13337"/>
                  </a:lnTo>
                  <a:lnTo>
                    <a:pt x="40011" y="22228"/>
                  </a:lnTo>
                  <a:lnTo>
                    <a:pt x="40011" y="31119"/>
                  </a:lnTo>
                  <a:lnTo>
                    <a:pt x="40011" y="48902"/>
                  </a:lnTo>
                  <a:lnTo>
                    <a:pt x="34083" y="111140"/>
                  </a:lnTo>
                  <a:lnTo>
                    <a:pt x="31120" y="122995"/>
                  </a:lnTo>
                  <a:lnTo>
                    <a:pt x="29638" y="128922"/>
                  </a:lnTo>
                  <a:lnTo>
                    <a:pt x="26674" y="133368"/>
                  </a:lnTo>
                  <a:lnTo>
                    <a:pt x="25192" y="136332"/>
                  </a:lnTo>
                  <a:lnTo>
                    <a:pt x="20746" y="136332"/>
                  </a:lnTo>
                  <a:lnTo>
                    <a:pt x="16301" y="136332"/>
                  </a:lnTo>
                  <a:lnTo>
                    <a:pt x="11855" y="133368"/>
                  </a:lnTo>
                  <a:lnTo>
                    <a:pt x="8891" y="128922"/>
                  </a:lnTo>
                  <a:lnTo>
                    <a:pt x="7409" y="122995"/>
                  </a:lnTo>
                  <a:lnTo>
                    <a:pt x="7409" y="111140"/>
                  </a:lnTo>
                  <a:lnTo>
                    <a:pt x="2964" y="48902"/>
                  </a:lnTo>
                  <a:lnTo>
                    <a:pt x="0" y="38529"/>
                  </a:lnTo>
                  <a:lnTo>
                    <a:pt x="0" y="29637"/>
                  </a:lnTo>
                  <a:lnTo>
                    <a:pt x="0" y="25192"/>
                  </a:lnTo>
                  <a:lnTo>
                    <a:pt x="0" y="17782"/>
                  </a:lnTo>
                  <a:lnTo>
                    <a:pt x="2964" y="11855"/>
                  </a:lnTo>
                  <a:lnTo>
                    <a:pt x="7409" y="7409"/>
                  </a:lnTo>
                  <a:lnTo>
                    <a:pt x="11855" y="2964"/>
                  </a:lnTo>
                  <a:lnTo>
                    <a:pt x="16301" y="2964"/>
                  </a:lnTo>
                  <a:lnTo>
                    <a:pt x="222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8" name="Freeform 6966">
              <a:extLst>
                <a:ext uri="{FCD9A8C7-74F2-4A9D-A2E0-0BC524F5E1CA}">
                  <a16:creationId xmlns:a16="http://schemas.microsoft.com/office/drawing/2010/main" id="{51C1D14F-C1FA-4AB8-B678-142E2136E409}"/>
                </a:ext>
              </a:extLst>
            </p:cNvPr>
            <p:cNvSpPr/>
            <p:nvPr/>
          </p:nvSpPr>
          <p:spPr>
            <a:xfrm rot="0">
              <a:off x="11069881" y="2588569"/>
              <a:ext cx="503834" cy="440115"/>
            </a:xfrm>
            <a:custGeom>
              <a:avLst/>
              <a:gdLst/>
              <a:ahLst/>
              <a:cxnLst/>
              <a:rect b="b" l="0" r="r" t="0"/>
              <a:pathLst>
                <a:path h="440115" w="503834">
                  <a:moveTo>
                    <a:pt x="250435" y="56311"/>
                  </a:moveTo>
                  <a:lnTo>
                    <a:pt x="50383" y="403068"/>
                  </a:lnTo>
                  <a:lnTo>
                    <a:pt x="450487" y="403068"/>
                  </a:lnTo>
                  <a:lnTo>
                    <a:pt x="250435" y="56311"/>
                  </a:lnTo>
                  <a:close/>
                  <a:moveTo>
                    <a:pt x="250435" y="0"/>
                  </a:moveTo>
                  <a:lnTo>
                    <a:pt x="257844" y="0"/>
                  </a:lnTo>
                  <a:lnTo>
                    <a:pt x="263772" y="4446"/>
                  </a:lnTo>
                  <a:lnTo>
                    <a:pt x="268218" y="8891"/>
                  </a:lnTo>
                  <a:lnTo>
                    <a:pt x="502352" y="413441"/>
                  </a:lnTo>
                  <a:lnTo>
                    <a:pt x="502352" y="417887"/>
                  </a:lnTo>
                  <a:lnTo>
                    <a:pt x="503834" y="425296"/>
                  </a:lnTo>
                  <a:lnTo>
                    <a:pt x="502352" y="431224"/>
                  </a:lnTo>
                  <a:lnTo>
                    <a:pt x="497907" y="435669"/>
                  </a:lnTo>
                  <a:lnTo>
                    <a:pt x="490497" y="440115"/>
                  </a:lnTo>
                  <a:lnTo>
                    <a:pt x="484570" y="440115"/>
                  </a:lnTo>
                  <a:lnTo>
                    <a:pt x="17782" y="440115"/>
                  </a:lnTo>
                  <a:lnTo>
                    <a:pt x="10373" y="440115"/>
                  </a:lnTo>
                  <a:lnTo>
                    <a:pt x="5927" y="435669"/>
                  </a:lnTo>
                  <a:lnTo>
                    <a:pt x="1482" y="431224"/>
                  </a:lnTo>
                  <a:lnTo>
                    <a:pt x="0" y="425296"/>
                  </a:lnTo>
                  <a:lnTo>
                    <a:pt x="0" y="417887"/>
                  </a:lnTo>
                  <a:lnTo>
                    <a:pt x="1482" y="413441"/>
                  </a:lnTo>
                  <a:lnTo>
                    <a:pt x="235616" y="8891"/>
                  </a:lnTo>
                  <a:lnTo>
                    <a:pt x="240062" y="4446"/>
                  </a:lnTo>
                  <a:lnTo>
                    <a:pt x="244508" y="0"/>
                  </a:lnTo>
                  <a:lnTo>
                    <a:pt x="2504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cxnSp>
        <p:nvCxnSpPr>
          <p:cNvPr id="19" name="Straight Connector 26">
            <a:extLst>
              <a:ext uri="{4FB999E1-5DD2-4A9D-ACDC-61FEBDCC69A7}">
                <a16:creationId xmlns:a16="http://schemas.microsoft.com/office/drawing/2010/main" id="{959D14CB-B06B-475C-B32C-9322E1176554}"/>
              </a:ext>
            </a:extLst>
          </p:cNvPr>
          <p:cNvCxnSpPr/>
          <p:nvPr/>
        </p:nvCxnSpPr>
        <p:spPr>
          <a:xfrm rot="0">
            <a:off x="1000125" y="1767928"/>
            <a:ext cx="0" cy="313684"/>
          </a:xfrm>
          <a:prstGeom prst="line">
            <a:avLst/>
          </a:prstGeom>
          <a:ln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27">
            <a:extLst>
              <a:ext uri="{78206DF8-D701-4091-A8DF-A35A494AECFD}">
                <a16:creationId xmlns:a16="http://schemas.microsoft.com/office/drawing/2010/main" id="{AF346549-6F58-4BF1-B482-11D3C61D8BCE}"/>
              </a:ext>
            </a:extLst>
          </p:cNvPr>
          <p:cNvCxnSpPr/>
          <p:nvPr/>
        </p:nvCxnSpPr>
        <p:spPr>
          <a:xfrm rot="0">
            <a:off x="6867525" y="1767928"/>
            <a:ext cx="0" cy="313684"/>
          </a:xfrm>
          <a:prstGeom prst="line">
            <a:avLst/>
          </a:prstGeom>
          <a:ln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6831">
            <a:extLst>
              <a:ext uri="{FA31FEA5-CA23-466C-8F87-26EF755FF66A}">
                <a16:creationId xmlns:a16="http://schemas.microsoft.com/office/drawing/2010/main" id="{1B688FDA-15BD-4CA6-80B8-F8B4049596AE}"/>
              </a:ext>
            </a:extLst>
          </p:cNvPr>
          <p:cNvSpPr/>
          <p:nvPr userDrawn="1"/>
        </p:nvSpPr>
        <p:spPr>
          <a:xfrm rot="0">
            <a:off x="4267999" y="2934155"/>
            <a:ext cx="608000" cy="579854"/>
          </a:xfrm>
          <a:custGeom>
            <a:avLst/>
            <a:gdLst/>
            <a:ahLst/>
            <a:cxnLst/>
            <a:rect b="b" l="0" r="r" t="0"/>
            <a:pathLst>
              <a:path h="773139" w="810668">
                <a:moveTo>
                  <a:pt x="405334" y="135112"/>
                </a:moveTo>
                <a:lnTo>
                  <a:pt x="350289" y="312758"/>
                </a:lnTo>
                <a:lnTo>
                  <a:pt x="345285" y="322767"/>
                </a:lnTo>
                <a:lnTo>
                  <a:pt x="337778" y="330273"/>
                </a:lnTo>
                <a:lnTo>
                  <a:pt x="330272" y="335277"/>
                </a:lnTo>
                <a:lnTo>
                  <a:pt x="320264" y="335277"/>
                </a:lnTo>
                <a:lnTo>
                  <a:pt x="132609" y="335277"/>
                </a:lnTo>
                <a:lnTo>
                  <a:pt x="282733" y="442866"/>
                </a:lnTo>
                <a:lnTo>
                  <a:pt x="290239" y="450372"/>
                </a:lnTo>
                <a:lnTo>
                  <a:pt x="297745" y="462883"/>
                </a:lnTo>
                <a:lnTo>
                  <a:pt x="297745" y="470389"/>
                </a:lnTo>
                <a:lnTo>
                  <a:pt x="297745" y="480397"/>
                </a:lnTo>
                <a:lnTo>
                  <a:pt x="237696" y="658044"/>
                </a:lnTo>
                <a:lnTo>
                  <a:pt x="387820" y="547953"/>
                </a:lnTo>
                <a:lnTo>
                  <a:pt x="397828" y="545451"/>
                </a:lnTo>
                <a:lnTo>
                  <a:pt x="405334" y="540447"/>
                </a:lnTo>
                <a:lnTo>
                  <a:pt x="417844" y="545451"/>
                </a:lnTo>
                <a:lnTo>
                  <a:pt x="425351" y="547953"/>
                </a:lnTo>
                <a:lnTo>
                  <a:pt x="577976" y="658044"/>
                </a:lnTo>
                <a:lnTo>
                  <a:pt x="517927" y="480397"/>
                </a:lnTo>
                <a:lnTo>
                  <a:pt x="517927" y="470389"/>
                </a:lnTo>
                <a:lnTo>
                  <a:pt x="517927" y="462883"/>
                </a:lnTo>
                <a:lnTo>
                  <a:pt x="522931" y="450372"/>
                </a:lnTo>
                <a:lnTo>
                  <a:pt x="530437" y="442866"/>
                </a:lnTo>
                <a:lnTo>
                  <a:pt x="683063" y="335277"/>
                </a:lnTo>
                <a:lnTo>
                  <a:pt x="495408" y="335277"/>
                </a:lnTo>
                <a:lnTo>
                  <a:pt x="485400" y="335277"/>
                </a:lnTo>
                <a:lnTo>
                  <a:pt x="477894" y="330273"/>
                </a:lnTo>
                <a:lnTo>
                  <a:pt x="470388" y="322767"/>
                </a:lnTo>
                <a:lnTo>
                  <a:pt x="465384" y="312758"/>
                </a:lnTo>
                <a:lnTo>
                  <a:pt x="405334" y="135112"/>
                </a:lnTo>
                <a:close/>
                <a:moveTo>
                  <a:pt x="405334" y="0"/>
                </a:moveTo>
                <a:lnTo>
                  <a:pt x="417844" y="0"/>
                </a:lnTo>
                <a:lnTo>
                  <a:pt x="425351" y="7506"/>
                </a:lnTo>
                <a:lnTo>
                  <a:pt x="432857" y="12510"/>
                </a:lnTo>
                <a:lnTo>
                  <a:pt x="440363" y="22519"/>
                </a:lnTo>
                <a:lnTo>
                  <a:pt x="517927" y="270223"/>
                </a:lnTo>
                <a:lnTo>
                  <a:pt x="780643" y="270223"/>
                </a:lnTo>
                <a:lnTo>
                  <a:pt x="788149" y="275227"/>
                </a:lnTo>
                <a:lnTo>
                  <a:pt x="800660" y="277730"/>
                </a:lnTo>
                <a:lnTo>
                  <a:pt x="808166" y="285236"/>
                </a:lnTo>
                <a:lnTo>
                  <a:pt x="810668" y="292742"/>
                </a:lnTo>
                <a:lnTo>
                  <a:pt x="810668" y="305252"/>
                </a:lnTo>
                <a:lnTo>
                  <a:pt x="810668" y="312758"/>
                </a:lnTo>
                <a:lnTo>
                  <a:pt x="808166" y="322767"/>
                </a:lnTo>
                <a:lnTo>
                  <a:pt x="800660" y="330273"/>
                </a:lnTo>
                <a:lnTo>
                  <a:pt x="585482" y="485401"/>
                </a:lnTo>
                <a:lnTo>
                  <a:pt x="668051" y="733106"/>
                </a:lnTo>
                <a:lnTo>
                  <a:pt x="668051" y="743114"/>
                </a:lnTo>
                <a:lnTo>
                  <a:pt x="668051" y="750620"/>
                </a:lnTo>
                <a:lnTo>
                  <a:pt x="665548" y="763131"/>
                </a:lnTo>
                <a:lnTo>
                  <a:pt x="658042" y="765633"/>
                </a:lnTo>
                <a:lnTo>
                  <a:pt x="645532" y="773139"/>
                </a:lnTo>
                <a:lnTo>
                  <a:pt x="638026" y="773139"/>
                </a:lnTo>
                <a:lnTo>
                  <a:pt x="628018" y="773139"/>
                </a:lnTo>
                <a:lnTo>
                  <a:pt x="620511" y="765633"/>
                </a:lnTo>
                <a:lnTo>
                  <a:pt x="405334" y="613007"/>
                </a:lnTo>
                <a:lnTo>
                  <a:pt x="195161" y="765633"/>
                </a:lnTo>
                <a:lnTo>
                  <a:pt x="187655" y="773139"/>
                </a:lnTo>
                <a:lnTo>
                  <a:pt x="177646" y="773139"/>
                </a:lnTo>
                <a:lnTo>
                  <a:pt x="165136" y="773139"/>
                </a:lnTo>
                <a:lnTo>
                  <a:pt x="157630" y="765633"/>
                </a:lnTo>
                <a:lnTo>
                  <a:pt x="150124" y="763131"/>
                </a:lnTo>
                <a:lnTo>
                  <a:pt x="147622" y="750620"/>
                </a:lnTo>
                <a:lnTo>
                  <a:pt x="142618" y="743114"/>
                </a:lnTo>
                <a:lnTo>
                  <a:pt x="147622" y="733106"/>
                </a:lnTo>
                <a:lnTo>
                  <a:pt x="225186" y="485401"/>
                </a:lnTo>
                <a:lnTo>
                  <a:pt x="15012" y="330273"/>
                </a:lnTo>
                <a:lnTo>
                  <a:pt x="7506" y="322767"/>
                </a:lnTo>
                <a:lnTo>
                  <a:pt x="5004" y="312758"/>
                </a:lnTo>
                <a:lnTo>
                  <a:pt x="0" y="305252"/>
                </a:lnTo>
                <a:lnTo>
                  <a:pt x="5004" y="292742"/>
                </a:lnTo>
                <a:lnTo>
                  <a:pt x="7506" y="285236"/>
                </a:lnTo>
                <a:lnTo>
                  <a:pt x="15012" y="277730"/>
                </a:lnTo>
                <a:lnTo>
                  <a:pt x="22519" y="275227"/>
                </a:lnTo>
                <a:lnTo>
                  <a:pt x="35029" y="270223"/>
                </a:lnTo>
                <a:lnTo>
                  <a:pt x="297745" y="270223"/>
                </a:lnTo>
                <a:lnTo>
                  <a:pt x="375309" y="22519"/>
                </a:lnTo>
                <a:lnTo>
                  <a:pt x="380313" y="12510"/>
                </a:lnTo>
                <a:lnTo>
                  <a:pt x="387820" y="7506"/>
                </a:lnTo>
                <a:lnTo>
                  <a:pt x="397828" y="0"/>
                </a:lnTo>
                <a:lnTo>
                  <a:pt x="405334" y="0"/>
                </a:lnTo>
                <a:close/>
              </a:path>
            </a:pathLst>
          </a:custGeom>
          <a:solidFill>
            <a:srgbClr val="c2a83e"/>
          </a:solidFill>
          <a:ln w="0">
            <a:noFill/>
            <a:prstDash val="solid"/>
            <a:round/>
          </a:ln>
        </p:spPr>
        <p:txBody>
          <a:bodyPr anchor="t" bIns="45720" lIns="91440" numCol="1" rIns="91440" rtlCol="0" tIns="45720" vert="horz" wrap="square"/>
          <a:lstStyle/>
          <a:p>
            <a:pPr algn="r"/>
            <a:r>
              <a:rPr dirty="0" lang="en-US"/>
              <a:t/>
            </a:r>
            <a:endParaRPr dirty="0" lang="en-US"/>
          </a:p>
        </p:txBody>
      </p:sp>
      <p:sp>
        <p:nvSpPr>
          <p:cNvPr hidden="false" id="22" name="Title 1">
            <a:extLst>
              <a:ext uri="{31C848AC-0FF0-4FD6-A2A7-F79AA2F0CCBA}">
                <a16:creationId xmlns:a16="http://schemas.microsoft.com/office/drawing/2010/main" id="{68581B58-5646-40EA-A003-445791F2DCD7}"/>
              </a:ext>
            </a:extLst>
          </p:cNvPr>
          <p:cNvSpPr>
            <a:spLocks noGrp="true"/>
          </p:cNvSpPr>
          <p:nvPr>
            <p:ph idx="5" type="title"/>
          </p:nvPr>
        </p:nvSpPr>
        <p:spPr>
          <a:xfrm rot="0">
            <a:off x="2850696" y="156482"/>
            <a:ext cx="3442607" cy="484748"/>
          </a:xfrm>
        </p:spPr>
        <p:txBody>
          <a:bodyPr bIns="0" lIns="0" rIns="0" rtlCol="0" tIns="0">
            <a:noAutofit/>
          </a:bodyPr>
          <a:lstStyle>
            <a:lvl1pPr algn="ctr" lvl="0">
              <a:defRPr dirty="0" lang="en-US" sz="2800"/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23" name="Slide Number Placeholder 1">
            <a:extLst>
              <a:ext uri="{B841C859-5FA8-4F16-9DC3-95698F92C910}">
                <a16:creationId xmlns:a16="http://schemas.microsoft.com/office/drawing/2010/main" id="{F6FA3FAB-43E0-4855-B4EF-3514F2F9ACBE}"/>
              </a:ext>
            </a:extLst>
          </p:cNvPr>
          <p:cNvSpPr>
            <a:spLocks noGrp="true"/>
          </p:cNvSpPr>
          <p:nvPr>
            <p:ph idx="6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5B14DB36-7F0D-44D0-8797-2551F4955547}" type="slidenum"/>
            <a:endParaRPr dirty="0" lang="en-US"/>
          </a:p>
        </p:txBody>
      </p:sp>
      <p:sp>
        <p:nvSpPr>
          <p:cNvPr hidden="false" id="24" name="Footer Placeholder 1">
            <a:extLst>
              <a:ext uri="{F533D171-8CDD-43D5-A876-62E5B881A1A5}">
                <a16:creationId xmlns:a16="http://schemas.microsoft.com/office/drawing/2010/main" id="{7ED4542D-C210-48B0-A9AA-5F5D56D3DE96}"/>
              </a:ext>
            </a:extLst>
          </p:cNvPr>
          <p:cNvSpPr>
            <a:spLocks noGrp="true"/>
          </p:cNvSpPr>
          <p:nvPr>
            <p:ph idx="7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 Message</a:t>
            </a:r>
            <a:endParaRPr dirty="0" lang="en-US"/>
          </a:p>
        </p:txBody>
      </p:sp>
      <p:sp>
        <p:nvSpPr>
          <p:cNvPr hidden="false" id="25" name="Date Placeholder 1">
            <a:extLst>
              <a:ext uri="{B720445F-2C3D-460F-A974-DC7B4FDB4F37}">
                <a16:creationId xmlns:a16="http://schemas.microsoft.com/office/drawing/2010/main" id="{812FB254-C0ED-4DEC-888D-3F0045AD1166}"/>
              </a:ext>
            </a:extLst>
          </p:cNvPr>
          <p:cNvSpPr>
            <a:spLocks noGrp="true"/>
          </p:cNvSpPr>
          <p:nvPr>
            <p:ph idx="8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AA42746A-8BD7-43FF-829C-0F83DF2BC917}" type="datetime4">
              <a:t>May 5, 2025</a:t>
            </a:fld>
            <a:endParaRPr dirty="0" lang="en-US"/>
          </a:p>
        </p:txBody>
      </p:sp>
    </p:spTree>
    <p:extLst>
      <p:ext uri="{7986704C-89D5-4BB7-A333-93E4E083A99B}">
        <p14:creationId xmlns:p14="http://schemas.microsoft.com/office/powerpoint/2010/main" val="1746389016602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Objectiv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5">
            <a:extLst>
              <a:ext uri="{05EB6FBA-F6D4-423C-B44B-26AC5AF4C2F6}">
                <a16:creationId xmlns:a16="http://schemas.microsoft.com/office/drawing/2010/main" id="{A95C702F-F688-47ED-94B1-A30E15C96EF5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rot="0">
            <a:off x="-9544" y="0"/>
            <a:ext cx="6103296" cy="5143500"/>
          </a:xfrm>
          <a:prstGeom prst="rect">
            <a:avLst/>
          </a:prstGeom>
          <a:noFill/>
        </p:spPr>
      </p:pic>
      <p:sp>
        <p:nvSpPr>
          <p:cNvPr id="3" name="Text Placeholder 7">
            <a:extLst>
              <a:ext uri="{5232A1F8-B9B9-4644-8B9C-970B44E03827}">
                <a16:creationId xmlns:a16="http://schemas.microsoft.com/office/drawing/2010/main" id="{F815C9DD-1A73-43F1-B460-59E5424BD0D8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6247123" y="1399267"/>
            <a:ext cx="2429325" cy="1473077"/>
          </a:xfrm>
          <a:prstGeom prst="rect">
            <a:avLst/>
          </a:prstGeom>
        </p:spPr>
        <p:txBody>
          <a:bodyPr rtlCol="0" wrap="square">
            <a:noAutofit/>
          </a:bodyPr>
          <a:lstStyle>
            <a:lvl1pPr algn="l" indent="0" lvl="0" marL="0" rtl="false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4" name="Text Placeholder 7">
            <a:extLst>
              <a:ext uri="{82F1D076-655E-4159-8B1C-18338A06DAC5}">
                <a16:creationId xmlns:a16="http://schemas.microsoft.com/office/drawing/2010/main" id="{8767B7A9-93CD-4362-9AFD-F2D7F2C06F33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061755" y="4032294"/>
            <a:ext cx="1286322" cy="85725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 rtl="false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5" name="Text Placeholder 7">
            <a:extLst>
              <a:ext uri="{B9F03826-A6E6-46A7-994C-D557287CC47C}">
                <a16:creationId xmlns:a16="http://schemas.microsoft.com/office/drawing/2010/main" id="{35B28566-5405-4088-BFDF-964C5507E8DA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5716390" y="4032294"/>
            <a:ext cx="1286322" cy="85725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 rtl="false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6" name="Text Placeholder 7">
            <a:extLst>
              <a:ext uri="{54A24035-B350-4654-8FAF-DC8063811F5E}">
                <a16:creationId xmlns:a16="http://schemas.microsoft.com/office/drawing/2010/main" id="{26F50DEF-8985-4B4D-8872-9A520CA0D494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7390124" y="4032294"/>
            <a:ext cx="1286322" cy="85725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 rtl="false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7" name="Oval 23">
            <a:extLst>
              <a:ext uri="{832B546E-CFF6-434A-B374-1729B13B2375}">
                <a16:creationId xmlns:a16="http://schemas.microsoft.com/office/drawing/2010/main" id="{2BA4E1BE-E316-435C-BC36-753EFE8A5743}"/>
              </a:ext>
            </a:extLst>
          </p:cNvPr>
          <p:cNvSpPr/>
          <p:nvPr userDrawn="1"/>
        </p:nvSpPr>
        <p:spPr>
          <a:xfrm rot="0">
            <a:off x="7390127" y="3142614"/>
            <a:ext cx="685800" cy="685800"/>
          </a:xfrm>
          <a:prstGeom prst="ellipse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8" name="Text Placeholder 7">
            <a:extLst>
              <a:ext uri="{D93F2B5C-A57F-47DC-B662-0676AA442172}">
                <a16:creationId xmlns:a16="http://schemas.microsoft.com/office/drawing/2010/main" id="{A073D698-802B-4FD3-9B38-E32F1A9155BA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397570" y="4032292"/>
            <a:ext cx="1286322" cy="85725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 rtl="false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9" name="Oval 28">
            <a:extLst>
              <a:ext uri="{0314CBDD-9CC5-4065-8E36-2DDAB99D09D1}">
                <a16:creationId xmlns:a16="http://schemas.microsoft.com/office/drawing/2010/main" id="{1879BB0D-1959-4D41-949A-89FEEFA2CA74}"/>
              </a:ext>
            </a:extLst>
          </p:cNvPr>
          <p:cNvSpPr/>
          <p:nvPr userDrawn="1"/>
        </p:nvSpPr>
        <p:spPr>
          <a:xfrm rot="0">
            <a:off x="5725941" y="3142614"/>
            <a:ext cx="685800" cy="685800"/>
          </a:xfrm>
          <a:prstGeom prst="ellipse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0" name="Oval 29">
            <a:extLst>
              <a:ext uri="{DF3737A6-40A7-421B-9649-EC46EC01647E}">
                <a16:creationId xmlns:a16="http://schemas.microsoft.com/office/drawing/2010/main" id="{8688AD23-90B6-4167-9155-28163A0A6416}"/>
              </a:ext>
            </a:extLst>
          </p:cNvPr>
          <p:cNvSpPr/>
          <p:nvPr userDrawn="1"/>
        </p:nvSpPr>
        <p:spPr>
          <a:xfrm rot="0">
            <a:off x="4061756" y="3142614"/>
            <a:ext cx="685800" cy="685800"/>
          </a:xfrm>
          <a:prstGeom prst="ellipse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1" name="Oval 31">
            <a:extLst>
              <a:ext uri="{C9BB4C5C-E50F-4B82-AC3D-3AF7DBE787FF}">
                <a16:creationId xmlns:a16="http://schemas.microsoft.com/office/drawing/2010/main" id="{13A380EA-2213-4E9D-820C-F1BB2595B501}"/>
              </a:ext>
            </a:extLst>
          </p:cNvPr>
          <p:cNvSpPr/>
          <p:nvPr userDrawn="1"/>
        </p:nvSpPr>
        <p:spPr>
          <a:xfrm rot="0">
            <a:off x="2397570" y="3142614"/>
            <a:ext cx="685800" cy="685800"/>
          </a:xfrm>
          <a:prstGeom prst="ellipse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grpSp>
        <p:nvGrpSpPr>
          <p:cNvPr id="12" name="Group 37">
            <a:extLst>
              <a:ext uri="{973E0374-DB53-4E85-8732-381B0A71E23A}">
                <a16:creationId xmlns:a16="http://schemas.microsoft.com/office/drawing/2010/main" id="{14C24F7D-13B0-4559-B90F-947B90F3E61A}"/>
              </a:ext>
            </a:extLst>
          </p:cNvPr>
          <p:cNvGrpSpPr/>
          <p:nvPr/>
        </p:nvGrpSpPr>
        <p:grpSpPr>
          <a:xfrm rot="0">
            <a:off x="3872824" y="3142614"/>
            <a:ext cx="3328371" cy="1621683"/>
            <a:chOff x="5163766" y="3810000"/>
            <a:chExt cx="4437828" cy="2667000"/>
          </a:xfrm>
        </p:grpSpPr>
        <p:cxnSp>
          <p:nvCxnSpPr>
            <p:cNvPr id="13" name="Straight Connector 33">
              <a:extLst>
                <a:ext uri="{7FADCBE0-2BBF-493E-BC21-9614FA098D65}">
                  <a16:creationId xmlns:a16="http://schemas.microsoft.com/office/drawing/2010/main" id="{7B0CFB86-9801-470A-8800-8FE3297A67F5}"/>
                </a:ext>
              </a:extLst>
            </p:cNvPr>
            <p:cNvCxnSpPr/>
            <p:nvPr/>
          </p:nvCxnSpPr>
          <p:spPr>
            <a:xfrm rot="0">
              <a:off x="5163766" y="3810000"/>
              <a:ext cx="0" cy="26670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4">
              <a:extLst>
                <a:ext uri="{1DA117DD-B9C4-40C6-B8F0-D77DCBE923E7}">
                  <a16:creationId xmlns:a16="http://schemas.microsoft.com/office/drawing/2010/main" id="{19EE1DDD-9EEE-437E-9F7B-DB149BC81559}"/>
                </a:ext>
              </a:extLst>
            </p:cNvPr>
            <p:cNvCxnSpPr/>
            <p:nvPr/>
          </p:nvCxnSpPr>
          <p:spPr>
            <a:xfrm rot="0">
              <a:off x="7382680" y="3810000"/>
              <a:ext cx="0" cy="26670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5">
              <a:extLst>
                <a:ext uri="{F1D1100B-B0CF-4C9D-9CF8-9CA9C08447D2}">
                  <a16:creationId xmlns:a16="http://schemas.microsoft.com/office/drawing/2010/main" id="{5042904A-9CBD-4680-9313-F86A754CA852}"/>
                </a:ext>
              </a:extLst>
            </p:cNvPr>
            <p:cNvCxnSpPr/>
            <p:nvPr/>
          </p:nvCxnSpPr>
          <p:spPr>
            <a:xfrm rot="0">
              <a:off x="9601594" y="3810000"/>
              <a:ext cx="0" cy="26670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reeform 6977">
            <a:extLst>
              <a:ext uri="{FA638153-11B9-4A3A-A7BA-7C3714674124}">
                <a16:creationId xmlns:a16="http://schemas.microsoft.com/office/drawing/2010/main" id="{4BA0038A-466F-43A8-9739-E72E9227034E}"/>
              </a:ext>
            </a:extLst>
          </p:cNvPr>
          <p:cNvSpPr/>
          <p:nvPr userDrawn="1"/>
        </p:nvSpPr>
        <p:spPr>
          <a:xfrm rot="0">
            <a:off x="7565206" y="3317693"/>
            <a:ext cx="335642" cy="335642"/>
          </a:xfrm>
          <a:custGeom>
            <a:avLst/>
            <a:gdLst/>
            <a:ahLst/>
            <a:cxnLst/>
            <a:rect b="b" l="0" r="r" t="0"/>
            <a:pathLst>
              <a:path h="447523" w="447523">
                <a:moveTo>
                  <a:pt x="222280" y="177824"/>
                </a:moveTo>
                <a:lnTo>
                  <a:pt x="200052" y="185233"/>
                </a:lnTo>
                <a:lnTo>
                  <a:pt x="185233" y="200052"/>
                </a:lnTo>
                <a:lnTo>
                  <a:pt x="177824" y="222280"/>
                </a:lnTo>
                <a:lnTo>
                  <a:pt x="185233" y="247471"/>
                </a:lnTo>
                <a:lnTo>
                  <a:pt x="200052" y="262290"/>
                </a:lnTo>
                <a:lnTo>
                  <a:pt x="222280" y="269699"/>
                </a:lnTo>
                <a:lnTo>
                  <a:pt x="244508" y="262290"/>
                </a:lnTo>
                <a:lnTo>
                  <a:pt x="262290" y="247471"/>
                </a:lnTo>
                <a:lnTo>
                  <a:pt x="269699" y="222280"/>
                </a:lnTo>
                <a:lnTo>
                  <a:pt x="262290" y="200052"/>
                </a:lnTo>
                <a:lnTo>
                  <a:pt x="244508" y="185233"/>
                </a:lnTo>
                <a:lnTo>
                  <a:pt x="222280" y="177824"/>
                </a:lnTo>
                <a:close/>
                <a:moveTo>
                  <a:pt x="222280" y="140777"/>
                </a:moveTo>
                <a:lnTo>
                  <a:pt x="256363" y="146705"/>
                </a:lnTo>
                <a:lnTo>
                  <a:pt x="283036" y="164487"/>
                </a:lnTo>
                <a:lnTo>
                  <a:pt x="300818" y="191160"/>
                </a:lnTo>
                <a:lnTo>
                  <a:pt x="306746" y="222280"/>
                </a:lnTo>
                <a:lnTo>
                  <a:pt x="300818" y="256363"/>
                </a:lnTo>
                <a:lnTo>
                  <a:pt x="283036" y="283036"/>
                </a:lnTo>
                <a:lnTo>
                  <a:pt x="256363" y="300818"/>
                </a:lnTo>
                <a:lnTo>
                  <a:pt x="222280" y="306746"/>
                </a:lnTo>
                <a:lnTo>
                  <a:pt x="191160" y="300818"/>
                </a:lnTo>
                <a:lnTo>
                  <a:pt x="164487" y="283036"/>
                </a:lnTo>
                <a:lnTo>
                  <a:pt x="146705" y="256363"/>
                </a:lnTo>
                <a:lnTo>
                  <a:pt x="140777" y="222280"/>
                </a:lnTo>
                <a:lnTo>
                  <a:pt x="146705" y="191160"/>
                </a:lnTo>
                <a:lnTo>
                  <a:pt x="164487" y="164487"/>
                </a:lnTo>
                <a:lnTo>
                  <a:pt x="191160" y="146705"/>
                </a:lnTo>
                <a:lnTo>
                  <a:pt x="222280" y="140777"/>
                </a:lnTo>
                <a:close/>
                <a:moveTo>
                  <a:pt x="204497" y="37047"/>
                </a:moveTo>
                <a:lnTo>
                  <a:pt x="204497" y="63720"/>
                </a:lnTo>
                <a:lnTo>
                  <a:pt x="203015" y="74093"/>
                </a:lnTo>
                <a:lnTo>
                  <a:pt x="200052" y="82984"/>
                </a:lnTo>
                <a:lnTo>
                  <a:pt x="194124" y="88912"/>
                </a:lnTo>
                <a:lnTo>
                  <a:pt x="186715" y="96321"/>
                </a:lnTo>
                <a:lnTo>
                  <a:pt x="177824" y="100767"/>
                </a:lnTo>
                <a:lnTo>
                  <a:pt x="164487" y="105212"/>
                </a:lnTo>
                <a:lnTo>
                  <a:pt x="158559" y="106694"/>
                </a:lnTo>
                <a:lnTo>
                  <a:pt x="151150" y="109658"/>
                </a:lnTo>
                <a:lnTo>
                  <a:pt x="140777" y="106694"/>
                </a:lnTo>
                <a:lnTo>
                  <a:pt x="131886" y="102249"/>
                </a:lnTo>
                <a:lnTo>
                  <a:pt x="122995" y="97803"/>
                </a:lnTo>
                <a:lnTo>
                  <a:pt x="105212" y="78539"/>
                </a:lnTo>
                <a:lnTo>
                  <a:pt x="78539" y="105212"/>
                </a:lnTo>
                <a:lnTo>
                  <a:pt x="97803" y="124477"/>
                </a:lnTo>
                <a:lnTo>
                  <a:pt x="105212" y="136332"/>
                </a:lnTo>
                <a:lnTo>
                  <a:pt x="106694" y="151150"/>
                </a:lnTo>
                <a:lnTo>
                  <a:pt x="105212" y="167451"/>
                </a:lnTo>
                <a:lnTo>
                  <a:pt x="97803" y="180787"/>
                </a:lnTo>
                <a:lnTo>
                  <a:pt x="96321" y="186715"/>
                </a:lnTo>
                <a:lnTo>
                  <a:pt x="88912" y="194124"/>
                </a:lnTo>
                <a:lnTo>
                  <a:pt x="80021" y="200052"/>
                </a:lnTo>
                <a:lnTo>
                  <a:pt x="74093" y="203015"/>
                </a:lnTo>
                <a:lnTo>
                  <a:pt x="65202" y="204497"/>
                </a:lnTo>
                <a:lnTo>
                  <a:pt x="38528" y="204497"/>
                </a:lnTo>
                <a:lnTo>
                  <a:pt x="38528" y="243026"/>
                </a:lnTo>
                <a:lnTo>
                  <a:pt x="65202" y="243026"/>
                </a:lnTo>
                <a:lnTo>
                  <a:pt x="78539" y="244508"/>
                </a:lnTo>
                <a:lnTo>
                  <a:pt x="91876" y="253399"/>
                </a:lnTo>
                <a:lnTo>
                  <a:pt x="100767" y="266736"/>
                </a:lnTo>
                <a:lnTo>
                  <a:pt x="105212" y="280072"/>
                </a:lnTo>
                <a:lnTo>
                  <a:pt x="106694" y="293409"/>
                </a:lnTo>
                <a:lnTo>
                  <a:pt x="105212" y="309710"/>
                </a:lnTo>
                <a:lnTo>
                  <a:pt x="97803" y="323046"/>
                </a:lnTo>
                <a:lnTo>
                  <a:pt x="78539" y="340829"/>
                </a:lnTo>
                <a:lnTo>
                  <a:pt x="105212" y="367502"/>
                </a:lnTo>
                <a:lnTo>
                  <a:pt x="122995" y="349720"/>
                </a:lnTo>
                <a:lnTo>
                  <a:pt x="136332" y="340829"/>
                </a:lnTo>
                <a:lnTo>
                  <a:pt x="151150" y="337865"/>
                </a:lnTo>
                <a:lnTo>
                  <a:pt x="167451" y="342311"/>
                </a:lnTo>
                <a:lnTo>
                  <a:pt x="180787" y="346756"/>
                </a:lnTo>
                <a:lnTo>
                  <a:pt x="186715" y="351202"/>
                </a:lnTo>
                <a:lnTo>
                  <a:pt x="194124" y="358611"/>
                </a:lnTo>
                <a:lnTo>
                  <a:pt x="200052" y="364539"/>
                </a:lnTo>
                <a:lnTo>
                  <a:pt x="203015" y="373430"/>
                </a:lnTo>
                <a:lnTo>
                  <a:pt x="204497" y="382321"/>
                </a:lnTo>
                <a:lnTo>
                  <a:pt x="204497" y="408995"/>
                </a:lnTo>
                <a:lnTo>
                  <a:pt x="243026" y="408995"/>
                </a:lnTo>
                <a:lnTo>
                  <a:pt x="243026" y="382321"/>
                </a:lnTo>
                <a:lnTo>
                  <a:pt x="243026" y="373430"/>
                </a:lnTo>
                <a:lnTo>
                  <a:pt x="247471" y="364539"/>
                </a:lnTo>
                <a:lnTo>
                  <a:pt x="251917" y="358611"/>
                </a:lnTo>
                <a:lnTo>
                  <a:pt x="257844" y="351202"/>
                </a:lnTo>
                <a:lnTo>
                  <a:pt x="266736" y="346756"/>
                </a:lnTo>
                <a:lnTo>
                  <a:pt x="280072" y="342311"/>
                </a:lnTo>
                <a:lnTo>
                  <a:pt x="287482" y="340829"/>
                </a:lnTo>
                <a:lnTo>
                  <a:pt x="296373" y="337865"/>
                </a:lnTo>
                <a:lnTo>
                  <a:pt x="305264" y="340829"/>
                </a:lnTo>
                <a:lnTo>
                  <a:pt x="314155" y="342311"/>
                </a:lnTo>
                <a:lnTo>
                  <a:pt x="323046" y="349720"/>
                </a:lnTo>
                <a:lnTo>
                  <a:pt x="340829" y="367502"/>
                </a:lnTo>
                <a:lnTo>
                  <a:pt x="367502" y="340829"/>
                </a:lnTo>
                <a:lnTo>
                  <a:pt x="349720" y="323046"/>
                </a:lnTo>
                <a:lnTo>
                  <a:pt x="340829" y="309710"/>
                </a:lnTo>
                <a:lnTo>
                  <a:pt x="337865" y="293409"/>
                </a:lnTo>
                <a:lnTo>
                  <a:pt x="342311" y="280072"/>
                </a:lnTo>
                <a:lnTo>
                  <a:pt x="346756" y="266736"/>
                </a:lnTo>
                <a:lnTo>
                  <a:pt x="351202" y="257844"/>
                </a:lnTo>
                <a:lnTo>
                  <a:pt x="355647" y="251917"/>
                </a:lnTo>
                <a:lnTo>
                  <a:pt x="364539" y="247471"/>
                </a:lnTo>
                <a:lnTo>
                  <a:pt x="373430" y="243026"/>
                </a:lnTo>
                <a:lnTo>
                  <a:pt x="382321" y="243026"/>
                </a:lnTo>
                <a:lnTo>
                  <a:pt x="407513" y="243026"/>
                </a:lnTo>
                <a:lnTo>
                  <a:pt x="407513" y="204497"/>
                </a:lnTo>
                <a:lnTo>
                  <a:pt x="382321" y="204497"/>
                </a:lnTo>
                <a:lnTo>
                  <a:pt x="367502" y="200052"/>
                </a:lnTo>
                <a:lnTo>
                  <a:pt x="354166" y="191160"/>
                </a:lnTo>
                <a:lnTo>
                  <a:pt x="346756" y="177824"/>
                </a:lnTo>
                <a:lnTo>
                  <a:pt x="340829" y="167451"/>
                </a:lnTo>
                <a:lnTo>
                  <a:pt x="337865" y="151150"/>
                </a:lnTo>
                <a:lnTo>
                  <a:pt x="340829" y="136332"/>
                </a:lnTo>
                <a:lnTo>
                  <a:pt x="349720" y="124477"/>
                </a:lnTo>
                <a:lnTo>
                  <a:pt x="367502" y="105212"/>
                </a:lnTo>
                <a:lnTo>
                  <a:pt x="340829" y="78539"/>
                </a:lnTo>
                <a:lnTo>
                  <a:pt x="323046" y="97803"/>
                </a:lnTo>
                <a:lnTo>
                  <a:pt x="309710" y="105212"/>
                </a:lnTo>
                <a:lnTo>
                  <a:pt x="293409" y="106694"/>
                </a:lnTo>
                <a:lnTo>
                  <a:pt x="278590" y="105212"/>
                </a:lnTo>
                <a:lnTo>
                  <a:pt x="266736" y="97803"/>
                </a:lnTo>
                <a:lnTo>
                  <a:pt x="257844" y="96321"/>
                </a:lnTo>
                <a:lnTo>
                  <a:pt x="251917" y="88912"/>
                </a:lnTo>
                <a:lnTo>
                  <a:pt x="247471" y="82984"/>
                </a:lnTo>
                <a:lnTo>
                  <a:pt x="243026" y="74093"/>
                </a:lnTo>
                <a:lnTo>
                  <a:pt x="243026" y="63720"/>
                </a:lnTo>
                <a:lnTo>
                  <a:pt x="243026" y="37047"/>
                </a:lnTo>
                <a:lnTo>
                  <a:pt x="204497" y="37047"/>
                </a:lnTo>
                <a:close/>
                <a:moveTo>
                  <a:pt x="198570" y="0"/>
                </a:moveTo>
                <a:lnTo>
                  <a:pt x="247471" y="0"/>
                </a:lnTo>
                <a:lnTo>
                  <a:pt x="257844" y="1482"/>
                </a:lnTo>
                <a:lnTo>
                  <a:pt x="266736" y="5927"/>
                </a:lnTo>
                <a:lnTo>
                  <a:pt x="274145" y="13337"/>
                </a:lnTo>
                <a:lnTo>
                  <a:pt x="278590" y="22228"/>
                </a:lnTo>
                <a:lnTo>
                  <a:pt x="280072" y="31119"/>
                </a:lnTo>
                <a:lnTo>
                  <a:pt x="280072" y="63720"/>
                </a:lnTo>
                <a:lnTo>
                  <a:pt x="296373" y="69648"/>
                </a:lnTo>
                <a:lnTo>
                  <a:pt x="318601" y="48902"/>
                </a:lnTo>
                <a:lnTo>
                  <a:pt x="324528" y="41492"/>
                </a:lnTo>
                <a:lnTo>
                  <a:pt x="331938" y="40010"/>
                </a:lnTo>
                <a:lnTo>
                  <a:pt x="340829" y="37047"/>
                </a:lnTo>
                <a:lnTo>
                  <a:pt x="349720" y="40010"/>
                </a:lnTo>
                <a:lnTo>
                  <a:pt x="355647" y="41492"/>
                </a:lnTo>
                <a:lnTo>
                  <a:pt x="363057" y="48902"/>
                </a:lnTo>
                <a:lnTo>
                  <a:pt x="398621" y="82984"/>
                </a:lnTo>
                <a:lnTo>
                  <a:pt x="403067" y="88912"/>
                </a:lnTo>
                <a:lnTo>
                  <a:pt x="407513" y="97803"/>
                </a:lnTo>
                <a:lnTo>
                  <a:pt x="407513" y="105212"/>
                </a:lnTo>
                <a:lnTo>
                  <a:pt x="407513" y="114104"/>
                </a:lnTo>
                <a:lnTo>
                  <a:pt x="403067" y="122995"/>
                </a:lnTo>
                <a:lnTo>
                  <a:pt x="398621" y="128922"/>
                </a:lnTo>
                <a:lnTo>
                  <a:pt x="376394" y="151150"/>
                </a:lnTo>
                <a:lnTo>
                  <a:pt x="382321" y="164487"/>
                </a:lnTo>
                <a:lnTo>
                  <a:pt x="413440" y="167451"/>
                </a:lnTo>
                <a:lnTo>
                  <a:pt x="425295" y="168933"/>
                </a:lnTo>
                <a:lnTo>
                  <a:pt x="434186" y="173378"/>
                </a:lnTo>
                <a:lnTo>
                  <a:pt x="440114" y="180787"/>
                </a:lnTo>
                <a:lnTo>
                  <a:pt x="444559" y="189679"/>
                </a:lnTo>
                <a:lnTo>
                  <a:pt x="447523" y="198570"/>
                </a:lnTo>
                <a:lnTo>
                  <a:pt x="447523" y="247471"/>
                </a:lnTo>
                <a:lnTo>
                  <a:pt x="444559" y="257844"/>
                </a:lnTo>
                <a:lnTo>
                  <a:pt x="440114" y="266736"/>
                </a:lnTo>
                <a:lnTo>
                  <a:pt x="434186" y="274145"/>
                </a:lnTo>
                <a:lnTo>
                  <a:pt x="425295" y="278590"/>
                </a:lnTo>
                <a:lnTo>
                  <a:pt x="413440" y="280072"/>
                </a:lnTo>
                <a:lnTo>
                  <a:pt x="382321" y="280072"/>
                </a:lnTo>
                <a:lnTo>
                  <a:pt x="376394" y="296373"/>
                </a:lnTo>
                <a:lnTo>
                  <a:pt x="398621" y="318601"/>
                </a:lnTo>
                <a:lnTo>
                  <a:pt x="403067" y="324528"/>
                </a:lnTo>
                <a:lnTo>
                  <a:pt x="407513" y="331938"/>
                </a:lnTo>
                <a:lnTo>
                  <a:pt x="407513" y="340829"/>
                </a:lnTo>
                <a:lnTo>
                  <a:pt x="407513" y="349720"/>
                </a:lnTo>
                <a:lnTo>
                  <a:pt x="403067" y="358611"/>
                </a:lnTo>
                <a:lnTo>
                  <a:pt x="398621" y="364539"/>
                </a:lnTo>
                <a:lnTo>
                  <a:pt x="363057" y="398621"/>
                </a:lnTo>
                <a:lnTo>
                  <a:pt x="349720" y="407513"/>
                </a:lnTo>
                <a:lnTo>
                  <a:pt x="331938" y="407513"/>
                </a:lnTo>
                <a:lnTo>
                  <a:pt x="318601" y="398621"/>
                </a:lnTo>
                <a:lnTo>
                  <a:pt x="296373" y="376394"/>
                </a:lnTo>
                <a:lnTo>
                  <a:pt x="280072" y="382321"/>
                </a:lnTo>
                <a:lnTo>
                  <a:pt x="280072" y="413440"/>
                </a:lnTo>
                <a:lnTo>
                  <a:pt x="278590" y="425295"/>
                </a:lnTo>
                <a:lnTo>
                  <a:pt x="274145" y="434186"/>
                </a:lnTo>
                <a:lnTo>
                  <a:pt x="266736" y="440114"/>
                </a:lnTo>
                <a:lnTo>
                  <a:pt x="257844" y="444559"/>
                </a:lnTo>
                <a:lnTo>
                  <a:pt x="247471" y="447523"/>
                </a:lnTo>
                <a:lnTo>
                  <a:pt x="198570" y="447523"/>
                </a:lnTo>
                <a:lnTo>
                  <a:pt x="189679" y="444559"/>
                </a:lnTo>
                <a:lnTo>
                  <a:pt x="180787" y="440114"/>
                </a:lnTo>
                <a:lnTo>
                  <a:pt x="171896" y="434186"/>
                </a:lnTo>
                <a:lnTo>
                  <a:pt x="167451" y="425295"/>
                </a:lnTo>
                <a:lnTo>
                  <a:pt x="167451" y="413440"/>
                </a:lnTo>
                <a:lnTo>
                  <a:pt x="167451" y="382321"/>
                </a:lnTo>
                <a:lnTo>
                  <a:pt x="151150" y="376394"/>
                </a:lnTo>
                <a:lnTo>
                  <a:pt x="128922" y="398621"/>
                </a:lnTo>
                <a:lnTo>
                  <a:pt x="114104" y="407513"/>
                </a:lnTo>
                <a:lnTo>
                  <a:pt x="96321" y="407513"/>
                </a:lnTo>
                <a:lnTo>
                  <a:pt x="82984" y="398621"/>
                </a:lnTo>
                <a:lnTo>
                  <a:pt x="47420" y="364539"/>
                </a:lnTo>
                <a:lnTo>
                  <a:pt x="42974" y="358611"/>
                </a:lnTo>
                <a:lnTo>
                  <a:pt x="40010" y="349720"/>
                </a:lnTo>
                <a:lnTo>
                  <a:pt x="38528" y="340829"/>
                </a:lnTo>
                <a:lnTo>
                  <a:pt x="40010" y="331938"/>
                </a:lnTo>
                <a:lnTo>
                  <a:pt x="42974" y="324528"/>
                </a:lnTo>
                <a:lnTo>
                  <a:pt x="47420" y="318601"/>
                </a:lnTo>
                <a:lnTo>
                  <a:pt x="69648" y="296373"/>
                </a:lnTo>
                <a:lnTo>
                  <a:pt x="65202" y="280072"/>
                </a:lnTo>
                <a:lnTo>
                  <a:pt x="31119" y="280072"/>
                </a:lnTo>
                <a:lnTo>
                  <a:pt x="22228" y="278590"/>
                </a:lnTo>
                <a:lnTo>
                  <a:pt x="13337" y="274145"/>
                </a:lnTo>
                <a:lnTo>
                  <a:pt x="7409" y="266736"/>
                </a:lnTo>
                <a:lnTo>
                  <a:pt x="0" y="257844"/>
                </a:lnTo>
                <a:lnTo>
                  <a:pt x="0" y="247471"/>
                </a:lnTo>
                <a:lnTo>
                  <a:pt x="0" y="198570"/>
                </a:lnTo>
                <a:lnTo>
                  <a:pt x="0" y="189679"/>
                </a:lnTo>
                <a:lnTo>
                  <a:pt x="7409" y="180787"/>
                </a:lnTo>
                <a:lnTo>
                  <a:pt x="13337" y="173378"/>
                </a:lnTo>
                <a:lnTo>
                  <a:pt x="22228" y="168933"/>
                </a:lnTo>
                <a:lnTo>
                  <a:pt x="31119" y="167451"/>
                </a:lnTo>
                <a:lnTo>
                  <a:pt x="65202" y="167451"/>
                </a:lnTo>
                <a:lnTo>
                  <a:pt x="69648" y="151150"/>
                </a:lnTo>
                <a:lnTo>
                  <a:pt x="47420" y="128922"/>
                </a:lnTo>
                <a:lnTo>
                  <a:pt x="42974" y="122995"/>
                </a:lnTo>
                <a:lnTo>
                  <a:pt x="40010" y="114104"/>
                </a:lnTo>
                <a:lnTo>
                  <a:pt x="38528" y="105212"/>
                </a:lnTo>
                <a:lnTo>
                  <a:pt x="40010" y="97803"/>
                </a:lnTo>
                <a:lnTo>
                  <a:pt x="42974" y="88912"/>
                </a:lnTo>
                <a:lnTo>
                  <a:pt x="47420" y="82984"/>
                </a:lnTo>
                <a:lnTo>
                  <a:pt x="82984" y="48902"/>
                </a:lnTo>
                <a:lnTo>
                  <a:pt x="96321" y="40010"/>
                </a:lnTo>
                <a:lnTo>
                  <a:pt x="114104" y="40010"/>
                </a:lnTo>
                <a:lnTo>
                  <a:pt x="128922" y="48902"/>
                </a:lnTo>
                <a:lnTo>
                  <a:pt x="151150" y="71129"/>
                </a:lnTo>
                <a:lnTo>
                  <a:pt x="164487" y="63720"/>
                </a:lnTo>
                <a:lnTo>
                  <a:pt x="167451" y="31119"/>
                </a:lnTo>
                <a:lnTo>
                  <a:pt x="167451" y="22228"/>
                </a:lnTo>
                <a:lnTo>
                  <a:pt x="171896" y="13337"/>
                </a:lnTo>
                <a:lnTo>
                  <a:pt x="180787" y="5927"/>
                </a:lnTo>
                <a:lnTo>
                  <a:pt x="189679" y="1482"/>
                </a:lnTo>
                <a:lnTo>
                  <a:pt x="198570" y="0"/>
                </a:lnTo>
                <a:close/>
              </a:path>
            </a:pathLst>
          </a:custGeom>
          <a:solidFill>
            <a:srgbClr val="c2a83e"/>
          </a:solidFill>
          <a:ln w="0">
            <a:noFill/>
            <a:prstDash val="solid"/>
            <a:round/>
          </a:ln>
        </p:spPr>
        <p:txBody>
          <a:bodyPr anchor="t" bIns="45720" lIns="91440" numCol="1" rIns="91440" rtlCol="0" tIns="45720" vert="horz" wrap="square"/>
          <a:lstStyle/>
          <a:p>
            <a:pPr algn="r"/>
            <a:r>
              <a:rPr dirty="0" lang="en-US"/>
              <a:t/>
            </a:r>
            <a:endParaRPr dirty="0" lang="en-US"/>
          </a:p>
        </p:txBody>
      </p:sp>
      <p:sp>
        <p:nvSpPr>
          <p:cNvPr id="17" name="Freeform 7276">
            <a:extLst>
              <a:ext uri="{278BB056-FC1E-440E-B95B-9641041AD307}">
                <a16:creationId xmlns:a16="http://schemas.microsoft.com/office/drawing/2010/main" id="{BBFD0CB3-54EA-4DA7-8786-190F319F7DB7}"/>
              </a:ext>
            </a:extLst>
          </p:cNvPr>
          <p:cNvSpPr/>
          <p:nvPr userDrawn="1"/>
        </p:nvSpPr>
        <p:spPr>
          <a:xfrm rot="0">
            <a:off x="2573760" y="3318804"/>
            <a:ext cx="333419" cy="333420"/>
          </a:xfrm>
          <a:custGeom>
            <a:avLst/>
            <a:gdLst/>
            <a:ahLst/>
            <a:cxnLst/>
            <a:rect b="b" l="0" r="r" t="0"/>
            <a:pathLst>
              <a:path h="444560" w="444560">
                <a:moveTo>
                  <a:pt x="222280" y="37047"/>
                </a:moveTo>
                <a:lnTo>
                  <a:pt x="219316" y="40010"/>
                </a:lnTo>
                <a:lnTo>
                  <a:pt x="188197" y="71130"/>
                </a:lnTo>
                <a:lnTo>
                  <a:pt x="200052" y="80021"/>
                </a:lnTo>
                <a:lnTo>
                  <a:pt x="213389" y="102249"/>
                </a:lnTo>
                <a:lnTo>
                  <a:pt x="222280" y="124477"/>
                </a:lnTo>
                <a:lnTo>
                  <a:pt x="222280" y="149669"/>
                </a:lnTo>
                <a:lnTo>
                  <a:pt x="213389" y="173378"/>
                </a:lnTo>
                <a:lnTo>
                  <a:pt x="200052" y="195606"/>
                </a:lnTo>
                <a:lnTo>
                  <a:pt x="182270" y="207461"/>
                </a:lnTo>
                <a:lnTo>
                  <a:pt x="161523" y="216353"/>
                </a:lnTo>
                <a:lnTo>
                  <a:pt x="142259" y="217834"/>
                </a:lnTo>
                <a:lnTo>
                  <a:pt x="120031" y="216353"/>
                </a:lnTo>
                <a:lnTo>
                  <a:pt x="102249" y="207461"/>
                </a:lnTo>
                <a:lnTo>
                  <a:pt x="84466" y="195606"/>
                </a:lnTo>
                <a:lnTo>
                  <a:pt x="75575" y="185233"/>
                </a:lnTo>
                <a:lnTo>
                  <a:pt x="37047" y="220798"/>
                </a:lnTo>
                <a:lnTo>
                  <a:pt x="37047" y="222280"/>
                </a:lnTo>
                <a:lnTo>
                  <a:pt x="37047" y="225244"/>
                </a:lnTo>
                <a:lnTo>
                  <a:pt x="219316" y="407513"/>
                </a:lnTo>
                <a:lnTo>
                  <a:pt x="222280" y="407513"/>
                </a:lnTo>
                <a:lnTo>
                  <a:pt x="223762" y="407513"/>
                </a:lnTo>
                <a:lnTo>
                  <a:pt x="259327" y="368985"/>
                </a:lnTo>
                <a:lnTo>
                  <a:pt x="248954" y="360094"/>
                </a:lnTo>
                <a:lnTo>
                  <a:pt x="235617" y="337866"/>
                </a:lnTo>
                <a:lnTo>
                  <a:pt x="226726" y="315638"/>
                </a:lnTo>
                <a:lnTo>
                  <a:pt x="226726" y="291928"/>
                </a:lnTo>
                <a:lnTo>
                  <a:pt x="235617" y="266736"/>
                </a:lnTo>
                <a:lnTo>
                  <a:pt x="248954" y="244508"/>
                </a:lnTo>
                <a:lnTo>
                  <a:pt x="266736" y="234135"/>
                </a:lnTo>
                <a:lnTo>
                  <a:pt x="286000" y="225244"/>
                </a:lnTo>
                <a:lnTo>
                  <a:pt x="306746" y="222280"/>
                </a:lnTo>
                <a:lnTo>
                  <a:pt x="328974" y="225244"/>
                </a:lnTo>
                <a:lnTo>
                  <a:pt x="346757" y="234135"/>
                </a:lnTo>
                <a:lnTo>
                  <a:pt x="364539" y="244508"/>
                </a:lnTo>
                <a:lnTo>
                  <a:pt x="373430" y="256363"/>
                </a:lnTo>
                <a:lnTo>
                  <a:pt x="404550" y="225244"/>
                </a:lnTo>
                <a:lnTo>
                  <a:pt x="406031" y="222280"/>
                </a:lnTo>
                <a:lnTo>
                  <a:pt x="404550" y="220798"/>
                </a:lnTo>
                <a:lnTo>
                  <a:pt x="342311" y="158560"/>
                </a:lnTo>
                <a:lnTo>
                  <a:pt x="339347" y="154114"/>
                </a:lnTo>
                <a:lnTo>
                  <a:pt x="337866" y="149669"/>
                </a:lnTo>
                <a:lnTo>
                  <a:pt x="337866" y="142259"/>
                </a:lnTo>
                <a:lnTo>
                  <a:pt x="337866" y="137814"/>
                </a:lnTo>
                <a:lnTo>
                  <a:pt x="342311" y="131886"/>
                </a:lnTo>
                <a:lnTo>
                  <a:pt x="346757" y="128922"/>
                </a:lnTo>
                <a:lnTo>
                  <a:pt x="351202" y="127441"/>
                </a:lnTo>
                <a:lnTo>
                  <a:pt x="357130" y="127441"/>
                </a:lnTo>
                <a:lnTo>
                  <a:pt x="366021" y="127441"/>
                </a:lnTo>
                <a:lnTo>
                  <a:pt x="374912" y="124477"/>
                </a:lnTo>
                <a:lnTo>
                  <a:pt x="383803" y="120031"/>
                </a:lnTo>
                <a:lnTo>
                  <a:pt x="391213" y="114104"/>
                </a:lnTo>
                <a:lnTo>
                  <a:pt x="400104" y="100767"/>
                </a:lnTo>
                <a:lnTo>
                  <a:pt x="404550" y="84466"/>
                </a:lnTo>
                <a:lnTo>
                  <a:pt x="400104" y="66684"/>
                </a:lnTo>
                <a:lnTo>
                  <a:pt x="391213" y="53347"/>
                </a:lnTo>
                <a:lnTo>
                  <a:pt x="377876" y="44456"/>
                </a:lnTo>
                <a:lnTo>
                  <a:pt x="360094" y="40010"/>
                </a:lnTo>
                <a:lnTo>
                  <a:pt x="343793" y="44456"/>
                </a:lnTo>
                <a:lnTo>
                  <a:pt x="330456" y="53347"/>
                </a:lnTo>
                <a:lnTo>
                  <a:pt x="324529" y="59275"/>
                </a:lnTo>
                <a:lnTo>
                  <a:pt x="320083" y="69648"/>
                </a:lnTo>
                <a:lnTo>
                  <a:pt x="317119" y="78539"/>
                </a:lnTo>
                <a:lnTo>
                  <a:pt x="317119" y="87430"/>
                </a:lnTo>
                <a:lnTo>
                  <a:pt x="317119" y="93358"/>
                </a:lnTo>
                <a:lnTo>
                  <a:pt x="315638" y="97803"/>
                </a:lnTo>
                <a:lnTo>
                  <a:pt x="312674" y="102249"/>
                </a:lnTo>
                <a:lnTo>
                  <a:pt x="306746" y="106694"/>
                </a:lnTo>
                <a:lnTo>
                  <a:pt x="302301" y="106694"/>
                </a:lnTo>
                <a:lnTo>
                  <a:pt x="294891" y="106694"/>
                </a:lnTo>
                <a:lnTo>
                  <a:pt x="290446" y="105213"/>
                </a:lnTo>
                <a:lnTo>
                  <a:pt x="286000" y="102249"/>
                </a:lnTo>
                <a:lnTo>
                  <a:pt x="223762" y="40010"/>
                </a:lnTo>
                <a:lnTo>
                  <a:pt x="222280" y="37047"/>
                </a:lnTo>
                <a:close/>
                <a:moveTo>
                  <a:pt x="222280" y="0"/>
                </a:moveTo>
                <a:lnTo>
                  <a:pt x="237099" y="4446"/>
                </a:lnTo>
                <a:lnTo>
                  <a:pt x="250435" y="13337"/>
                </a:lnTo>
                <a:lnTo>
                  <a:pt x="286000" y="48902"/>
                </a:lnTo>
                <a:lnTo>
                  <a:pt x="294891" y="37047"/>
                </a:lnTo>
                <a:lnTo>
                  <a:pt x="303783" y="26674"/>
                </a:lnTo>
                <a:lnTo>
                  <a:pt x="320083" y="13337"/>
                </a:lnTo>
                <a:lnTo>
                  <a:pt x="339347" y="4446"/>
                </a:lnTo>
                <a:lnTo>
                  <a:pt x="360094" y="1482"/>
                </a:lnTo>
                <a:lnTo>
                  <a:pt x="382322" y="4446"/>
                </a:lnTo>
                <a:lnTo>
                  <a:pt x="401586" y="13337"/>
                </a:lnTo>
                <a:lnTo>
                  <a:pt x="417886" y="26674"/>
                </a:lnTo>
                <a:lnTo>
                  <a:pt x="432705" y="45938"/>
                </a:lnTo>
                <a:lnTo>
                  <a:pt x="440114" y="71130"/>
                </a:lnTo>
                <a:lnTo>
                  <a:pt x="440114" y="96321"/>
                </a:lnTo>
                <a:lnTo>
                  <a:pt x="432705" y="120031"/>
                </a:lnTo>
                <a:lnTo>
                  <a:pt x="417886" y="140777"/>
                </a:lnTo>
                <a:lnTo>
                  <a:pt x="406031" y="149669"/>
                </a:lnTo>
                <a:lnTo>
                  <a:pt x="395658" y="158560"/>
                </a:lnTo>
                <a:lnTo>
                  <a:pt x="431223" y="194125"/>
                </a:lnTo>
                <a:lnTo>
                  <a:pt x="437151" y="203016"/>
                </a:lnTo>
                <a:lnTo>
                  <a:pt x="441596" y="213389"/>
                </a:lnTo>
                <a:lnTo>
                  <a:pt x="444560" y="222280"/>
                </a:lnTo>
                <a:lnTo>
                  <a:pt x="441596" y="234135"/>
                </a:lnTo>
                <a:lnTo>
                  <a:pt x="437151" y="243026"/>
                </a:lnTo>
                <a:lnTo>
                  <a:pt x="431223" y="251917"/>
                </a:lnTo>
                <a:lnTo>
                  <a:pt x="379358" y="302301"/>
                </a:lnTo>
                <a:lnTo>
                  <a:pt x="374912" y="306746"/>
                </a:lnTo>
                <a:lnTo>
                  <a:pt x="368985" y="309710"/>
                </a:lnTo>
                <a:lnTo>
                  <a:pt x="361575" y="309710"/>
                </a:lnTo>
                <a:lnTo>
                  <a:pt x="355648" y="305265"/>
                </a:lnTo>
                <a:lnTo>
                  <a:pt x="351202" y="300819"/>
                </a:lnTo>
                <a:lnTo>
                  <a:pt x="348239" y="293410"/>
                </a:lnTo>
                <a:lnTo>
                  <a:pt x="346757" y="287482"/>
                </a:lnTo>
                <a:lnTo>
                  <a:pt x="342311" y="278591"/>
                </a:lnTo>
                <a:lnTo>
                  <a:pt x="337866" y="271182"/>
                </a:lnTo>
                <a:lnTo>
                  <a:pt x="321565" y="262290"/>
                </a:lnTo>
                <a:lnTo>
                  <a:pt x="306746" y="260809"/>
                </a:lnTo>
                <a:lnTo>
                  <a:pt x="290446" y="262290"/>
                </a:lnTo>
                <a:lnTo>
                  <a:pt x="275627" y="271182"/>
                </a:lnTo>
                <a:lnTo>
                  <a:pt x="266736" y="287482"/>
                </a:lnTo>
                <a:lnTo>
                  <a:pt x="263772" y="302301"/>
                </a:lnTo>
                <a:lnTo>
                  <a:pt x="266736" y="318601"/>
                </a:lnTo>
                <a:lnTo>
                  <a:pt x="275627" y="333420"/>
                </a:lnTo>
                <a:lnTo>
                  <a:pt x="281555" y="337866"/>
                </a:lnTo>
                <a:lnTo>
                  <a:pt x="290446" y="342311"/>
                </a:lnTo>
                <a:lnTo>
                  <a:pt x="297855" y="345275"/>
                </a:lnTo>
                <a:lnTo>
                  <a:pt x="303783" y="346757"/>
                </a:lnTo>
                <a:lnTo>
                  <a:pt x="308228" y="351202"/>
                </a:lnTo>
                <a:lnTo>
                  <a:pt x="312674" y="358612"/>
                </a:lnTo>
                <a:lnTo>
                  <a:pt x="312674" y="364539"/>
                </a:lnTo>
                <a:lnTo>
                  <a:pt x="311192" y="371949"/>
                </a:lnTo>
                <a:lnTo>
                  <a:pt x="306746" y="376394"/>
                </a:lnTo>
                <a:lnTo>
                  <a:pt x="250435" y="434187"/>
                </a:lnTo>
                <a:lnTo>
                  <a:pt x="241544" y="440114"/>
                </a:lnTo>
                <a:lnTo>
                  <a:pt x="232653" y="444560"/>
                </a:lnTo>
                <a:lnTo>
                  <a:pt x="222280" y="444560"/>
                </a:lnTo>
                <a:lnTo>
                  <a:pt x="222280" y="444560"/>
                </a:lnTo>
                <a:lnTo>
                  <a:pt x="210425" y="444560"/>
                </a:lnTo>
                <a:lnTo>
                  <a:pt x="201534" y="440114"/>
                </a:lnTo>
                <a:lnTo>
                  <a:pt x="192643" y="434187"/>
                </a:lnTo>
                <a:lnTo>
                  <a:pt x="10373" y="251917"/>
                </a:lnTo>
                <a:lnTo>
                  <a:pt x="4446" y="243026"/>
                </a:lnTo>
                <a:lnTo>
                  <a:pt x="0" y="234135"/>
                </a:lnTo>
                <a:lnTo>
                  <a:pt x="0" y="222280"/>
                </a:lnTo>
                <a:lnTo>
                  <a:pt x="0" y="213389"/>
                </a:lnTo>
                <a:lnTo>
                  <a:pt x="4446" y="203016"/>
                </a:lnTo>
                <a:lnTo>
                  <a:pt x="10373" y="194125"/>
                </a:lnTo>
                <a:lnTo>
                  <a:pt x="68166" y="137814"/>
                </a:lnTo>
                <a:lnTo>
                  <a:pt x="72611" y="133368"/>
                </a:lnTo>
                <a:lnTo>
                  <a:pt x="80021" y="131886"/>
                </a:lnTo>
                <a:lnTo>
                  <a:pt x="85948" y="133368"/>
                </a:lnTo>
                <a:lnTo>
                  <a:pt x="93358" y="136332"/>
                </a:lnTo>
                <a:lnTo>
                  <a:pt x="97803" y="140777"/>
                </a:lnTo>
                <a:lnTo>
                  <a:pt x="99285" y="146705"/>
                </a:lnTo>
                <a:lnTo>
                  <a:pt x="102249" y="154114"/>
                </a:lnTo>
                <a:lnTo>
                  <a:pt x="106694" y="163005"/>
                </a:lnTo>
                <a:lnTo>
                  <a:pt x="111140" y="168933"/>
                </a:lnTo>
                <a:lnTo>
                  <a:pt x="125959" y="177824"/>
                </a:lnTo>
                <a:lnTo>
                  <a:pt x="142259" y="180788"/>
                </a:lnTo>
                <a:lnTo>
                  <a:pt x="157078" y="177824"/>
                </a:lnTo>
                <a:lnTo>
                  <a:pt x="173378" y="168933"/>
                </a:lnTo>
                <a:lnTo>
                  <a:pt x="182270" y="154114"/>
                </a:lnTo>
                <a:lnTo>
                  <a:pt x="183751" y="137814"/>
                </a:lnTo>
                <a:lnTo>
                  <a:pt x="182270" y="122995"/>
                </a:lnTo>
                <a:lnTo>
                  <a:pt x="173378" y="106694"/>
                </a:lnTo>
                <a:lnTo>
                  <a:pt x="165969" y="102249"/>
                </a:lnTo>
                <a:lnTo>
                  <a:pt x="160042" y="97803"/>
                </a:lnTo>
                <a:lnTo>
                  <a:pt x="151150" y="96321"/>
                </a:lnTo>
                <a:lnTo>
                  <a:pt x="143741" y="93358"/>
                </a:lnTo>
                <a:lnTo>
                  <a:pt x="139295" y="88912"/>
                </a:lnTo>
                <a:lnTo>
                  <a:pt x="137814" y="82985"/>
                </a:lnTo>
                <a:lnTo>
                  <a:pt x="134850" y="75575"/>
                </a:lnTo>
                <a:lnTo>
                  <a:pt x="137814" y="69648"/>
                </a:lnTo>
                <a:lnTo>
                  <a:pt x="142259" y="63720"/>
                </a:lnTo>
                <a:lnTo>
                  <a:pt x="192643" y="13337"/>
                </a:lnTo>
                <a:lnTo>
                  <a:pt x="205979" y="4446"/>
                </a:lnTo>
                <a:lnTo>
                  <a:pt x="222280" y="0"/>
                </a:lnTo>
                <a:close/>
              </a:path>
            </a:pathLst>
          </a:custGeom>
          <a:solidFill>
            <a:srgbClr val="c2a83e"/>
          </a:solidFill>
          <a:ln w="0">
            <a:noFill/>
            <a:prstDash val="solid"/>
            <a:round/>
          </a:ln>
        </p:spPr>
        <p:txBody>
          <a:bodyPr anchor="t" bIns="45720" lIns="91440" numCol="1" rIns="91440" rtlCol="0" tIns="45720" vert="horz" wrap="square"/>
          <a:lstStyle/>
          <a:p>
            <a:pPr algn="r"/>
            <a:r>
              <a:rPr dirty="0" lang="en-US"/>
              <a:t/>
            </a:r>
            <a:endParaRPr dirty="0" lang="en-US"/>
          </a:p>
        </p:txBody>
      </p:sp>
      <p:grpSp>
        <p:nvGrpSpPr>
          <p:cNvPr id="18" name="Grupo 395">
            <a:extLst>
              <a:ext uri="{01B35E18-D88D-44D6-AF6C-B71B0B92B0C8}">
                <a16:creationId xmlns:a16="http://schemas.microsoft.com/office/drawing/2010/main" id="{07E8396B-CAEB-4346-A37A-8DF460A5E912}"/>
              </a:ext>
            </a:extLst>
          </p:cNvPr>
          <p:cNvGrpSpPr/>
          <p:nvPr/>
        </p:nvGrpSpPr>
        <p:grpSpPr>
          <a:xfrm rot="0">
            <a:off x="4285736" y="3312136"/>
            <a:ext cx="237839" cy="346757"/>
            <a:chOff x="4202176" y="1435150"/>
            <a:chExt cx="317118" cy="462343"/>
          </a:xfrm>
          <a:solidFill>
            <a:srgbClr val="c2a83e"/>
          </a:solidFill>
        </p:grpSpPr>
        <p:sp>
          <p:nvSpPr>
            <p:cNvPr id="19" name="Freeform 7338">
              <a:extLst>
                <a:ext uri="{6027D09B-12AF-43E7-A2EB-E940F2463EB4}">
                  <a16:creationId xmlns:a16="http://schemas.microsoft.com/office/drawing/2010/main" id="{A226E272-9362-4A0A-AFF3-A5FAE7B5FD2A}"/>
                </a:ext>
              </a:extLst>
            </p:cNvPr>
            <p:cNvSpPr/>
            <p:nvPr/>
          </p:nvSpPr>
          <p:spPr>
            <a:xfrm rot="0">
              <a:off x="4202176" y="1435150"/>
              <a:ext cx="317118" cy="377876"/>
            </a:xfrm>
            <a:custGeom>
              <a:avLst/>
              <a:gdLst/>
              <a:ahLst/>
              <a:cxnLst/>
              <a:rect b="b" l="0" r="r" t="0"/>
              <a:pathLst>
                <a:path h="377876" w="317119">
                  <a:moveTo>
                    <a:pt x="160041" y="37047"/>
                  </a:moveTo>
                  <a:lnTo>
                    <a:pt x="120031" y="44456"/>
                  </a:lnTo>
                  <a:lnTo>
                    <a:pt x="85948" y="62238"/>
                  </a:lnTo>
                  <a:lnTo>
                    <a:pt x="59275" y="88912"/>
                  </a:lnTo>
                  <a:lnTo>
                    <a:pt x="44456" y="122995"/>
                  </a:lnTo>
                  <a:lnTo>
                    <a:pt x="37047" y="160042"/>
                  </a:lnTo>
                  <a:lnTo>
                    <a:pt x="37047" y="167451"/>
                  </a:lnTo>
                  <a:lnTo>
                    <a:pt x="41492" y="186715"/>
                  </a:lnTo>
                  <a:lnTo>
                    <a:pt x="48902" y="213389"/>
                  </a:lnTo>
                  <a:lnTo>
                    <a:pt x="63720" y="248954"/>
                  </a:lnTo>
                  <a:lnTo>
                    <a:pt x="88912" y="287482"/>
                  </a:lnTo>
                  <a:lnTo>
                    <a:pt x="99285" y="305265"/>
                  </a:lnTo>
                  <a:lnTo>
                    <a:pt x="103731" y="323047"/>
                  </a:lnTo>
                  <a:lnTo>
                    <a:pt x="106694" y="340829"/>
                  </a:lnTo>
                  <a:lnTo>
                    <a:pt x="210425" y="340829"/>
                  </a:lnTo>
                  <a:lnTo>
                    <a:pt x="213388" y="323047"/>
                  </a:lnTo>
                  <a:lnTo>
                    <a:pt x="217834" y="305265"/>
                  </a:lnTo>
                  <a:lnTo>
                    <a:pt x="228207" y="287482"/>
                  </a:lnTo>
                  <a:lnTo>
                    <a:pt x="253399" y="248954"/>
                  </a:lnTo>
                  <a:lnTo>
                    <a:pt x="268217" y="213389"/>
                  </a:lnTo>
                  <a:lnTo>
                    <a:pt x="275627" y="186715"/>
                  </a:lnTo>
                  <a:lnTo>
                    <a:pt x="280072" y="167451"/>
                  </a:lnTo>
                  <a:lnTo>
                    <a:pt x="280072" y="160042"/>
                  </a:lnTo>
                  <a:lnTo>
                    <a:pt x="272663" y="122995"/>
                  </a:lnTo>
                  <a:lnTo>
                    <a:pt x="257844" y="88912"/>
                  </a:lnTo>
                  <a:lnTo>
                    <a:pt x="231171" y="62238"/>
                  </a:lnTo>
                  <a:lnTo>
                    <a:pt x="197088" y="44456"/>
                  </a:lnTo>
                  <a:lnTo>
                    <a:pt x="160041" y="37047"/>
                  </a:lnTo>
                  <a:close/>
                  <a:moveTo>
                    <a:pt x="160041" y="0"/>
                  </a:moveTo>
                  <a:lnTo>
                    <a:pt x="201534" y="5927"/>
                  </a:lnTo>
                  <a:lnTo>
                    <a:pt x="240062" y="22228"/>
                  </a:lnTo>
                  <a:lnTo>
                    <a:pt x="271181" y="45938"/>
                  </a:lnTo>
                  <a:lnTo>
                    <a:pt x="294891" y="80021"/>
                  </a:lnTo>
                  <a:lnTo>
                    <a:pt x="312673" y="118549"/>
                  </a:lnTo>
                  <a:lnTo>
                    <a:pt x="317119" y="160042"/>
                  </a:lnTo>
                  <a:lnTo>
                    <a:pt x="317119" y="168933"/>
                  </a:lnTo>
                  <a:lnTo>
                    <a:pt x="312673" y="191161"/>
                  </a:lnTo>
                  <a:lnTo>
                    <a:pt x="303782" y="225244"/>
                  </a:lnTo>
                  <a:lnTo>
                    <a:pt x="286000" y="265254"/>
                  </a:lnTo>
                  <a:lnTo>
                    <a:pt x="257844" y="309710"/>
                  </a:lnTo>
                  <a:lnTo>
                    <a:pt x="250435" y="324529"/>
                  </a:lnTo>
                  <a:lnTo>
                    <a:pt x="248953" y="342311"/>
                  </a:lnTo>
                  <a:lnTo>
                    <a:pt x="248953" y="358612"/>
                  </a:lnTo>
                  <a:lnTo>
                    <a:pt x="248953" y="364539"/>
                  </a:lnTo>
                  <a:lnTo>
                    <a:pt x="245990" y="368985"/>
                  </a:lnTo>
                  <a:lnTo>
                    <a:pt x="244508" y="373430"/>
                  </a:lnTo>
                  <a:lnTo>
                    <a:pt x="240062" y="376394"/>
                  </a:lnTo>
                  <a:lnTo>
                    <a:pt x="235616" y="377876"/>
                  </a:lnTo>
                  <a:lnTo>
                    <a:pt x="231171" y="377876"/>
                  </a:lnTo>
                  <a:lnTo>
                    <a:pt x="88912" y="377876"/>
                  </a:lnTo>
                  <a:lnTo>
                    <a:pt x="81503" y="377876"/>
                  </a:lnTo>
                  <a:lnTo>
                    <a:pt x="77057" y="376394"/>
                  </a:lnTo>
                  <a:lnTo>
                    <a:pt x="72611" y="373430"/>
                  </a:lnTo>
                  <a:lnTo>
                    <a:pt x="71129" y="368985"/>
                  </a:lnTo>
                  <a:lnTo>
                    <a:pt x="68166" y="364539"/>
                  </a:lnTo>
                  <a:lnTo>
                    <a:pt x="68166" y="358612"/>
                  </a:lnTo>
                  <a:lnTo>
                    <a:pt x="68166" y="342311"/>
                  </a:lnTo>
                  <a:lnTo>
                    <a:pt x="66684" y="324529"/>
                  </a:lnTo>
                  <a:lnTo>
                    <a:pt x="59275" y="309710"/>
                  </a:lnTo>
                  <a:lnTo>
                    <a:pt x="31119" y="265254"/>
                  </a:lnTo>
                  <a:lnTo>
                    <a:pt x="13337" y="225244"/>
                  </a:lnTo>
                  <a:lnTo>
                    <a:pt x="4446" y="191161"/>
                  </a:lnTo>
                  <a:lnTo>
                    <a:pt x="0" y="168933"/>
                  </a:lnTo>
                  <a:lnTo>
                    <a:pt x="0" y="160042"/>
                  </a:lnTo>
                  <a:lnTo>
                    <a:pt x="4446" y="118549"/>
                  </a:lnTo>
                  <a:lnTo>
                    <a:pt x="22228" y="80021"/>
                  </a:lnTo>
                  <a:lnTo>
                    <a:pt x="45938" y="45938"/>
                  </a:lnTo>
                  <a:lnTo>
                    <a:pt x="77057" y="22228"/>
                  </a:lnTo>
                  <a:lnTo>
                    <a:pt x="117067" y="5927"/>
                  </a:lnTo>
                  <a:lnTo>
                    <a:pt x="1600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0" name="Freeform 7339">
              <a:extLst>
                <a:ext uri="{11935A0D-B79C-4710-B574-93130142107B}">
                  <a16:creationId xmlns:a16="http://schemas.microsoft.com/office/drawing/2010/main" id="{FB64208C-28B1-4F23-A279-372287D96549}"/>
                </a:ext>
              </a:extLst>
            </p:cNvPr>
            <p:cNvSpPr/>
            <p:nvPr/>
          </p:nvSpPr>
          <p:spPr>
            <a:xfrm rot="0">
              <a:off x="4268859" y="1817471"/>
              <a:ext cx="186715" cy="38528"/>
            </a:xfrm>
            <a:custGeom>
              <a:avLst/>
              <a:gdLst/>
              <a:ahLst/>
              <a:cxnLst/>
              <a:rect b="b" l="0" r="r" t="0"/>
              <a:pathLst>
                <a:path h="38529" w="186715">
                  <a:moveTo>
                    <a:pt x="17782" y="0"/>
                  </a:moveTo>
                  <a:lnTo>
                    <a:pt x="165969" y="0"/>
                  </a:lnTo>
                  <a:lnTo>
                    <a:pt x="173378" y="2964"/>
                  </a:lnTo>
                  <a:lnTo>
                    <a:pt x="179306" y="7409"/>
                  </a:lnTo>
                  <a:lnTo>
                    <a:pt x="183751" y="13337"/>
                  </a:lnTo>
                  <a:lnTo>
                    <a:pt x="186715" y="20746"/>
                  </a:lnTo>
                  <a:lnTo>
                    <a:pt x="183751" y="26674"/>
                  </a:lnTo>
                  <a:lnTo>
                    <a:pt x="179306" y="34083"/>
                  </a:lnTo>
                  <a:lnTo>
                    <a:pt x="173378" y="38529"/>
                  </a:lnTo>
                  <a:lnTo>
                    <a:pt x="165969" y="38529"/>
                  </a:lnTo>
                  <a:lnTo>
                    <a:pt x="17782" y="38529"/>
                  </a:lnTo>
                  <a:lnTo>
                    <a:pt x="10373" y="38529"/>
                  </a:lnTo>
                  <a:lnTo>
                    <a:pt x="4446" y="34083"/>
                  </a:lnTo>
                  <a:lnTo>
                    <a:pt x="0" y="26674"/>
                  </a:lnTo>
                  <a:lnTo>
                    <a:pt x="0" y="20746"/>
                  </a:lnTo>
                  <a:lnTo>
                    <a:pt x="0" y="13337"/>
                  </a:lnTo>
                  <a:lnTo>
                    <a:pt x="4446" y="7409"/>
                  </a:lnTo>
                  <a:lnTo>
                    <a:pt x="10373" y="2964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1" name="Freeform 7340">
              <a:extLst>
                <a:ext uri="{B810DDC0-1B66-43C0-A70F-F9DB0E3261ED}">
                  <a16:creationId xmlns:a16="http://schemas.microsoft.com/office/drawing/2010/main" id="{C5BD8D8E-57B0-4DB9-A6BA-49484B744129}"/>
                </a:ext>
              </a:extLst>
            </p:cNvPr>
            <p:cNvSpPr/>
            <p:nvPr/>
          </p:nvSpPr>
          <p:spPr>
            <a:xfrm rot="0">
              <a:off x="4286642" y="1860446"/>
              <a:ext cx="148187" cy="37046"/>
            </a:xfrm>
            <a:custGeom>
              <a:avLst/>
              <a:gdLst/>
              <a:ahLst/>
              <a:cxnLst/>
              <a:rect b="b" l="0" r="r" t="0"/>
              <a:pathLst>
                <a:path h="37047" w="148187">
                  <a:moveTo>
                    <a:pt x="17782" y="0"/>
                  </a:moveTo>
                  <a:lnTo>
                    <a:pt x="130405" y="0"/>
                  </a:lnTo>
                  <a:lnTo>
                    <a:pt x="137814" y="1482"/>
                  </a:lnTo>
                  <a:lnTo>
                    <a:pt x="143741" y="5928"/>
                  </a:lnTo>
                  <a:lnTo>
                    <a:pt x="148187" y="10373"/>
                  </a:lnTo>
                  <a:lnTo>
                    <a:pt x="148187" y="19264"/>
                  </a:lnTo>
                  <a:lnTo>
                    <a:pt x="148187" y="26674"/>
                  </a:lnTo>
                  <a:lnTo>
                    <a:pt x="143741" y="32601"/>
                  </a:lnTo>
                  <a:lnTo>
                    <a:pt x="137814" y="37047"/>
                  </a:lnTo>
                  <a:lnTo>
                    <a:pt x="130405" y="37047"/>
                  </a:lnTo>
                  <a:lnTo>
                    <a:pt x="17782" y="37047"/>
                  </a:lnTo>
                  <a:lnTo>
                    <a:pt x="10373" y="37047"/>
                  </a:lnTo>
                  <a:lnTo>
                    <a:pt x="4446" y="32601"/>
                  </a:lnTo>
                  <a:lnTo>
                    <a:pt x="0" y="26674"/>
                  </a:lnTo>
                  <a:lnTo>
                    <a:pt x="0" y="19264"/>
                  </a:lnTo>
                  <a:lnTo>
                    <a:pt x="0" y="10373"/>
                  </a:lnTo>
                  <a:lnTo>
                    <a:pt x="4446" y="5928"/>
                  </a:lnTo>
                  <a:lnTo>
                    <a:pt x="10373" y="1482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2" name="Freeform 7341">
              <a:extLst>
                <a:ext uri="{CACC0988-97FA-4AB2-9CAE-488C95EED5DF}">
                  <a16:creationId xmlns:a16="http://schemas.microsoft.com/office/drawing/2010/main" id="{363647CC-EA00-4FCD-AD98-E15113844AB4}"/>
                </a:ext>
              </a:extLst>
            </p:cNvPr>
            <p:cNvSpPr/>
            <p:nvPr/>
          </p:nvSpPr>
          <p:spPr>
            <a:xfrm rot="0">
              <a:off x="4301460" y="1590746"/>
              <a:ext cx="44456" cy="203016"/>
            </a:xfrm>
            <a:custGeom>
              <a:avLst/>
              <a:gdLst/>
              <a:ahLst/>
              <a:cxnLst/>
              <a:rect b="b" l="0" r="r" t="0"/>
              <a:pathLst>
                <a:path h="203016" w="44456">
                  <a:moveTo>
                    <a:pt x="20746" y="0"/>
                  </a:moveTo>
                  <a:lnTo>
                    <a:pt x="44456" y="200052"/>
                  </a:lnTo>
                  <a:lnTo>
                    <a:pt x="25192" y="203016"/>
                  </a:lnTo>
                  <a:lnTo>
                    <a:pt x="0" y="4446"/>
                  </a:lnTo>
                  <a:lnTo>
                    <a:pt x="207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3" name="Freeform 7342">
              <a:extLst>
                <a:ext uri="{6FAD8119-E30E-41C2-8AC2-578172346AE3}">
                  <a16:creationId xmlns:a16="http://schemas.microsoft.com/office/drawing/2010/main" id="{D29AC9B8-3D31-4EE2-9808-EA4E8D8C040B}"/>
                </a:ext>
              </a:extLst>
            </p:cNvPr>
            <p:cNvSpPr/>
            <p:nvPr/>
          </p:nvSpPr>
          <p:spPr>
            <a:xfrm rot="0">
              <a:off x="4375554" y="1590746"/>
              <a:ext cx="44456" cy="203016"/>
            </a:xfrm>
            <a:custGeom>
              <a:avLst/>
              <a:gdLst/>
              <a:ahLst/>
              <a:cxnLst/>
              <a:rect b="b" l="0" r="r" t="0"/>
              <a:pathLst>
                <a:path h="203016" w="44456">
                  <a:moveTo>
                    <a:pt x="23710" y="0"/>
                  </a:moveTo>
                  <a:lnTo>
                    <a:pt x="44456" y="4446"/>
                  </a:lnTo>
                  <a:lnTo>
                    <a:pt x="19264" y="203016"/>
                  </a:lnTo>
                  <a:lnTo>
                    <a:pt x="0" y="200052"/>
                  </a:lnTo>
                  <a:lnTo>
                    <a:pt x="237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4" name="Freeform 7343">
              <a:extLst>
                <a:ext uri="{B68AF8D5-4F9A-4C2F-BFF9-EF143ACE4FAD}">
                  <a16:creationId xmlns:a16="http://schemas.microsoft.com/office/drawing/2010/main" id="{AE333898-D9A9-496D-BE5B-45512EB3D89E}"/>
                </a:ext>
              </a:extLst>
            </p:cNvPr>
            <p:cNvSpPr/>
            <p:nvPr/>
          </p:nvSpPr>
          <p:spPr>
            <a:xfrm rot="0">
              <a:off x="4308870" y="1611492"/>
              <a:ext cx="102249" cy="31120"/>
            </a:xfrm>
            <a:custGeom>
              <a:avLst/>
              <a:gdLst/>
              <a:ahLst/>
              <a:cxnLst/>
              <a:rect b="b" l="0" r="r" t="0"/>
              <a:pathLst>
                <a:path h="31120" w="102249">
                  <a:moveTo>
                    <a:pt x="4446" y="0"/>
                  </a:moveTo>
                  <a:lnTo>
                    <a:pt x="8891" y="0"/>
                  </a:lnTo>
                  <a:lnTo>
                    <a:pt x="13337" y="1482"/>
                  </a:lnTo>
                  <a:lnTo>
                    <a:pt x="14819" y="5928"/>
                  </a:lnTo>
                  <a:lnTo>
                    <a:pt x="19264" y="1482"/>
                  </a:lnTo>
                  <a:lnTo>
                    <a:pt x="22228" y="0"/>
                  </a:lnTo>
                  <a:lnTo>
                    <a:pt x="28156" y="0"/>
                  </a:lnTo>
                  <a:lnTo>
                    <a:pt x="32601" y="0"/>
                  </a:lnTo>
                  <a:lnTo>
                    <a:pt x="35565" y="1482"/>
                  </a:lnTo>
                  <a:lnTo>
                    <a:pt x="40010" y="5928"/>
                  </a:lnTo>
                  <a:lnTo>
                    <a:pt x="41492" y="1482"/>
                  </a:lnTo>
                  <a:lnTo>
                    <a:pt x="45938" y="0"/>
                  </a:lnTo>
                  <a:lnTo>
                    <a:pt x="50384" y="0"/>
                  </a:lnTo>
                  <a:lnTo>
                    <a:pt x="54829" y="0"/>
                  </a:lnTo>
                  <a:lnTo>
                    <a:pt x="59275" y="1482"/>
                  </a:lnTo>
                  <a:lnTo>
                    <a:pt x="62239" y="5928"/>
                  </a:lnTo>
                  <a:lnTo>
                    <a:pt x="63720" y="1482"/>
                  </a:lnTo>
                  <a:lnTo>
                    <a:pt x="68166" y="0"/>
                  </a:lnTo>
                  <a:lnTo>
                    <a:pt x="72612" y="0"/>
                  </a:lnTo>
                  <a:lnTo>
                    <a:pt x="80021" y="0"/>
                  </a:lnTo>
                  <a:lnTo>
                    <a:pt x="84467" y="1482"/>
                  </a:lnTo>
                  <a:lnTo>
                    <a:pt x="85948" y="5928"/>
                  </a:lnTo>
                  <a:lnTo>
                    <a:pt x="88912" y="1482"/>
                  </a:lnTo>
                  <a:lnTo>
                    <a:pt x="93358" y="0"/>
                  </a:lnTo>
                  <a:lnTo>
                    <a:pt x="97803" y="0"/>
                  </a:lnTo>
                  <a:lnTo>
                    <a:pt x="97803" y="17783"/>
                  </a:lnTo>
                  <a:lnTo>
                    <a:pt x="99285" y="17783"/>
                  </a:lnTo>
                  <a:lnTo>
                    <a:pt x="102249" y="14819"/>
                  </a:lnTo>
                  <a:lnTo>
                    <a:pt x="102249" y="17783"/>
                  </a:lnTo>
                  <a:lnTo>
                    <a:pt x="99285" y="17783"/>
                  </a:lnTo>
                  <a:lnTo>
                    <a:pt x="99285" y="22229"/>
                  </a:lnTo>
                  <a:lnTo>
                    <a:pt x="97803" y="23710"/>
                  </a:lnTo>
                  <a:lnTo>
                    <a:pt x="94840" y="28156"/>
                  </a:lnTo>
                  <a:lnTo>
                    <a:pt x="90394" y="31120"/>
                  </a:lnTo>
                  <a:lnTo>
                    <a:pt x="85948" y="31120"/>
                  </a:lnTo>
                  <a:lnTo>
                    <a:pt x="80021" y="28156"/>
                  </a:lnTo>
                  <a:lnTo>
                    <a:pt x="77057" y="26674"/>
                  </a:lnTo>
                  <a:lnTo>
                    <a:pt x="72612" y="23710"/>
                  </a:lnTo>
                  <a:lnTo>
                    <a:pt x="71130" y="26674"/>
                  </a:lnTo>
                  <a:lnTo>
                    <a:pt x="68166" y="28156"/>
                  </a:lnTo>
                  <a:lnTo>
                    <a:pt x="62239" y="31120"/>
                  </a:lnTo>
                  <a:lnTo>
                    <a:pt x="57793" y="28156"/>
                  </a:lnTo>
                  <a:lnTo>
                    <a:pt x="53347" y="26674"/>
                  </a:lnTo>
                  <a:lnTo>
                    <a:pt x="50384" y="23710"/>
                  </a:lnTo>
                  <a:lnTo>
                    <a:pt x="48902" y="26674"/>
                  </a:lnTo>
                  <a:lnTo>
                    <a:pt x="44456" y="28156"/>
                  </a:lnTo>
                  <a:lnTo>
                    <a:pt x="40010" y="31120"/>
                  </a:lnTo>
                  <a:lnTo>
                    <a:pt x="32601" y="28156"/>
                  </a:lnTo>
                  <a:lnTo>
                    <a:pt x="31119" y="26674"/>
                  </a:lnTo>
                  <a:lnTo>
                    <a:pt x="28156" y="23710"/>
                  </a:lnTo>
                  <a:lnTo>
                    <a:pt x="23710" y="26674"/>
                  </a:lnTo>
                  <a:lnTo>
                    <a:pt x="22228" y="28156"/>
                  </a:lnTo>
                  <a:lnTo>
                    <a:pt x="14819" y="31120"/>
                  </a:lnTo>
                  <a:lnTo>
                    <a:pt x="10373" y="31120"/>
                  </a:lnTo>
                  <a:lnTo>
                    <a:pt x="5927" y="28156"/>
                  </a:lnTo>
                  <a:lnTo>
                    <a:pt x="4446" y="23710"/>
                  </a:lnTo>
                  <a:lnTo>
                    <a:pt x="1482" y="22229"/>
                  </a:lnTo>
                  <a:lnTo>
                    <a:pt x="1482" y="17783"/>
                  </a:lnTo>
                  <a:lnTo>
                    <a:pt x="0" y="17783"/>
                  </a:lnTo>
                  <a:lnTo>
                    <a:pt x="0" y="14819"/>
                  </a:lnTo>
                  <a:lnTo>
                    <a:pt x="1482" y="17783"/>
                  </a:lnTo>
                  <a:lnTo>
                    <a:pt x="4446" y="17783"/>
                  </a:lnTo>
                  <a:lnTo>
                    <a:pt x="44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grpSp>
        <p:nvGrpSpPr>
          <p:cNvPr id="25" name="Grupo 403">
            <a:extLst>
              <a:ext uri="{7C5CC310-D5BE-4560-B2F2-669E71D506E2}">
                <a16:creationId xmlns:a16="http://schemas.microsoft.com/office/drawing/2010/main" id="{4B03F5BC-549B-4904-A108-11B4E8591E88}"/>
              </a:ext>
            </a:extLst>
          </p:cNvPr>
          <p:cNvGrpSpPr/>
          <p:nvPr/>
        </p:nvGrpSpPr>
        <p:grpSpPr>
          <a:xfrm rot="0">
            <a:off x="5908800" y="3342699"/>
            <a:ext cx="320082" cy="285629"/>
            <a:chOff x="6475358" y="2653243"/>
            <a:chExt cx="426777" cy="380840"/>
          </a:xfrm>
          <a:solidFill>
            <a:srgbClr val="c2a83e"/>
          </a:solidFill>
        </p:grpSpPr>
        <p:sp>
          <p:nvSpPr>
            <p:cNvPr id="26" name="Freeform 8221">
              <a:extLst>
                <a:ext uri="{DB6C5A7F-EBEB-4E12-AFAC-6DD950404CC5}">
                  <a16:creationId xmlns:a16="http://schemas.microsoft.com/office/drawing/2010/main" id="{2E8EDE00-C218-456F-A72D-DD88CC75FD80}"/>
                </a:ext>
              </a:extLst>
            </p:cNvPr>
            <p:cNvSpPr/>
            <p:nvPr/>
          </p:nvSpPr>
          <p:spPr>
            <a:xfrm rot="0">
              <a:off x="6475358" y="2684362"/>
              <a:ext cx="426777" cy="349720"/>
            </a:xfrm>
            <a:custGeom>
              <a:avLst/>
              <a:gdLst/>
              <a:ahLst/>
              <a:cxnLst/>
              <a:rect b="b" l="0" r="r" t="0"/>
              <a:pathLst>
                <a:path h="349720" w="426777">
                  <a:moveTo>
                    <a:pt x="37047" y="38528"/>
                  </a:moveTo>
                  <a:lnTo>
                    <a:pt x="37047" y="312673"/>
                  </a:lnTo>
                  <a:lnTo>
                    <a:pt x="388249" y="312673"/>
                  </a:lnTo>
                  <a:lnTo>
                    <a:pt x="388249" y="38528"/>
                  </a:lnTo>
                  <a:lnTo>
                    <a:pt x="37047" y="38528"/>
                  </a:lnTo>
                  <a:close/>
                  <a:moveTo>
                    <a:pt x="17782" y="0"/>
                  </a:moveTo>
                  <a:lnTo>
                    <a:pt x="408995" y="0"/>
                  </a:lnTo>
                  <a:lnTo>
                    <a:pt x="414922" y="2964"/>
                  </a:lnTo>
                  <a:lnTo>
                    <a:pt x="422331" y="7409"/>
                  </a:lnTo>
                  <a:lnTo>
                    <a:pt x="423813" y="11855"/>
                  </a:lnTo>
                  <a:lnTo>
                    <a:pt x="426777" y="20746"/>
                  </a:lnTo>
                  <a:lnTo>
                    <a:pt x="426777" y="330456"/>
                  </a:lnTo>
                  <a:lnTo>
                    <a:pt x="423813" y="339347"/>
                  </a:lnTo>
                  <a:lnTo>
                    <a:pt x="422331" y="343793"/>
                  </a:lnTo>
                  <a:lnTo>
                    <a:pt x="414922" y="348238"/>
                  </a:lnTo>
                  <a:lnTo>
                    <a:pt x="408995" y="349720"/>
                  </a:lnTo>
                  <a:lnTo>
                    <a:pt x="17782" y="349720"/>
                  </a:lnTo>
                  <a:lnTo>
                    <a:pt x="10373" y="348238"/>
                  </a:lnTo>
                  <a:lnTo>
                    <a:pt x="4446" y="343793"/>
                  </a:lnTo>
                  <a:lnTo>
                    <a:pt x="0" y="339347"/>
                  </a:lnTo>
                  <a:lnTo>
                    <a:pt x="0" y="330456"/>
                  </a:lnTo>
                  <a:lnTo>
                    <a:pt x="0" y="20746"/>
                  </a:lnTo>
                  <a:lnTo>
                    <a:pt x="0" y="11855"/>
                  </a:lnTo>
                  <a:lnTo>
                    <a:pt x="4446" y="7409"/>
                  </a:lnTo>
                  <a:lnTo>
                    <a:pt x="10373" y="2964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7" name="Freeform 8222">
              <a:extLst>
                <a:ext uri="{91F3B68B-6032-4E42-9166-DB2A7F529BE4}">
                  <a16:creationId xmlns:a16="http://schemas.microsoft.com/office/drawing/2010/main" id="{A5DD4D94-994F-479B-ADC3-D985BA7B3525}"/>
                </a:ext>
              </a:extLst>
            </p:cNvPr>
            <p:cNvSpPr/>
            <p:nvPr/>
          </p:nvSpPr>
          <p:spPr>
            <a:xfrm rot="0">
              <a:off x="6790996" y="2653243"/>
              <a:ext cx="37046" cy="100767"/>
            </a:xfrm>
            <a:custGeom>
              <a:avLst/>
              <a:gdLst/>
              <a:ahLst/>
              <a:cxnLst/>
              <a:rect b="b" l="0" r="r" t="0"/>
              <a:pathLst>
                <a:path h="100767" w="37047">
                  <a:moveTo>
                    <a:pt x="19264" y="0"/>
                  </a:moveTo>
                  <a:lnTo>
                    <a:pt x="26674" y="2964"/>
                  </a:lnTo>
                  <a:lnTo>
                    <a:pt x="32601" y="4446"/>
                  </a:lnTo>
                  <a:lnTo>
                    <a:pt x="37047" y="11855"/>
                  </a:lnTo>
                  <a:lnTo>
                    <a:pt x="37047" y="17782"/>
                  </a:lnTo>
                  <a:lnTo>
                    <a:pt x="37047" y="82985"/>
                  </a:lnTo>
                  <a:lnTo>
                    <a:pt x="37047" y="90394"/>
                  </a:lnTo>
                  <a:lnTo>
                    <a:pt x="32601" y="96321"/>
                  </a:lnTo>
                  <a:lnTo>
                    <a:pt x="26674" y="100767"/>
                  </a:lnTo>
                  <a:lnTo>
                    <a:pt x="19264" y="100767"/>
                  </a:lnTo>
                  <a:lnTo>
                    <a:pt x="13337" y="100767"/>
                  </a:lnTo>
                  <a:lnTo>
                    <a:pt x="5928" y="96321"/>
                  </a:lnTo>
                  <a:lnTo>
                    <a:pt x="1482" y="90394"/>
                  </a:lnTo>
                  <a:lnTo>
                    <a:pt x="0" y="82985"/>
                  </a:lnTo>
                  <a:lnTo>
                    <a:pt x="0" y="17782"/>
                  </a:lnTo>
                  <a:lnTo>
                    <a:pt x="1482" y="11855"/>
                  </a:lnTo>
                  <a:lnTo>
                    <a:pt x="5928" y="4446"/>
                  </a:lnTo>
                  <a:lnTo>
                    <a:pt x="13337" y="2964"/>
                  </a:lnTo>
                  <a:lnTo>
                    <a:pt x="19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8" name="Freeform 8223">
              <a:extLst>
                <a:ext uri="{E34951AF-AA70-4B04-8916-886925761A0D}">
                  <a16:creationId xmlns:a16="http://schemas.microsoft.com/office/drawing/2010/main" id="{36A8D33E-82E3-4D66-9966-4D417FDF54B4}"/>
                </a:ext>
              </a:extLst>
            </p:cNvPr>
            <p:cNvSpPr/>
            <p:nvPr/>
          </p:nvSpPr>
          <p:spPr>
            <a:xfrm rot="0">
              <a:off x="6547970" y="2653243"/>
              <a:ext cx="38528" cy="100767"/>
            </a:xfrm>
            <a:custGeom>
              <a:avLst/>
              <a:gdLst/>
              <a:ahLst/>
              <a:cxnLst/>
              <a:rect b="b" l="0" r="r" t="0"/>
              <a:pathLst>
                <a:path h="100767" w="38529">
                  <a:moveTo>
                    <a:pt x="20746" y="0"/>
                  </a:moveTo>
                  <a:lnTo>
                    <a:pt x="26674" y="2964"/>
                  </a:lnTo>
                  <a:lnTo>
                    <a:pt x="34083" y="4446"/>
                  </a:lnTo>
                  <a:lnTo>
                    <a:pt x="38529" y="11855"/>
                  </a:lnTo>
                  <a:lnTo>
                    <a:pt x="38529" y="17782"/>
                  </a:lnTo>
                  <a:lnTo>
                    <a:pt x="38529" y="82985"/>
                  </a:lnTo>
                  <a:lnTo>
                    <a:pt x="38529" y="90394"/>
                  </a:lnTo>
                  <a:lnTo>
                    <a:pt x="34083" y="96321"/>
                  </a:lnTo>
                  <a:lnTo>
                    <a:pt x="26674" y="100767"/>
                  </a:lnTo>
                  <a:lnTo>
                    <a:pt x="20746" y="100767"/>
                  </a:lnTo>
                  <a:lnTo>
                    <a:pt x="13337" y="100767"/>
                  </a:lnTo>
                  <a:lnTo>
                    <a:pt x="7409" y="96321"/>
                  </a:lnTo>
                  <a:lnTo>
                    <a:pt x="2964" y="90394"/>
                  </a:lnTo>
                  <a:lnTo>
                    <a:pt x="0" y="82985"/>
                  </a:lnTo>
                  <a:lnTo>
                    <a:pt x="0" y="17782"/>
                  </a:lnTo>
                  <a:lnTo>
                    <a:pt x="2964" y="11855"/>
                  </a:lnTo>
                  <a:lnTo>
                    <a:pt x="7409" y="4446"/>
                  </a:lnTo>
                  <a:lnTo>
                    <a:pt x="13337" y="2964"/>
                  </a:lnTo>
                  <a:lnTo>
                    <a:pt x="207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9" name="Freeform 8224">
              <a:extLst>
                <a:ext uri="{2A4CE422-01A7-4151-A329-ED0A5F281DD5}">
                  <a16:creationId xmlns:a16="http://schemas.microsoft.com/office/drawing/2010/main" id="{7A4FEE9C-8FC7-4CFD-A511-C012E055CD5B}"/>
                </a:ext>
              </a:extLst>
            </p:cNvPr>
            <p:cNvSpPr/>
            <p:nvPr/>
          </p:nvSpPr>
          <p:spPr>
            <a:xfrm rot="0">
              <a:off x="6485730" y="2798465"/>
              <a:ext cx="404550" cy="17782"/>
            </a:xfrm>
            <a:custGeom>
              <a:avLst/>
              <a:gdLst/>
              <a:ahLst/>
              <a:cxnLst/>
              <a:rect b="b" l="0" r="r" t="0"/>
              <a:pathLst>
                <a:path h="17782" w="404550">
                  <a:moveTo>
                    <a:pt x="8891" y="0"/>
                  </a:moveTo>
                  <a:lnTo>
                    <a:pt x="395659" y="0"/>
                  </a:lnTo>
                  <a:lnTo>
                    <a:pt x="400104" y="0"/>
                  </a:lnTo>
                  <a:lnTo>
                    <a:pt x="404550" y="4446"/>
                  </a:lnTo>
                  <a:lnTo>
                    <a:pt x="404550" y="8891"/>
                  </a:lnTo>
                  <a:lnTo>
                    <a:pt x="404550" y="13337"/>
                  </a:lnTo>
                  <a:lnTo>
                    <a:pt x="400104" y="17782"/>
                  </a:lnTo>
                  <a:lnTo>
                    <a:pt x="395659" y="17782"/>
                  </a:lnTo>
                  <a:lnTo>
                    <a:pt x="8891" y="17782"/>
                  </a:lnTo>
                  <a:lnTo>
                    <a:pt x="4446" y="17782"/>
                  </a:lnTo>
                  <a:lnTo>
                    <a:pt x="2964" y="13337"/>
                  </a:lnTo>
                  <a:lnTo>
                    <a:pt x="0" y="8891"/>
                  </a:lnTo>
                  <a:lnTo>
                    <a:pt x="2964" y="4446"/>
                  </a:lnTo>
                  <a:lnTo>
                    <a:pt x="4446" y="0"/>
                  </a:lnTo>
                  <a:lnTo>
                    <a:pt x="88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0" name="Rectangle 8225">
              <a:extLst>
                <a:ext uri="{CE50E9F9-1FAA-412A-96CB-AD9E99D8B27B}">
                  <a16:creationId xmlns:a16="http://schemas.microsoft.com/office/drawing/2010/main" id="{9B990F1A-D7FD-4B4D-ADE2-E8F63084193C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546487" y="2854777"/>
              <a:ext cx="35564" cy="3704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1" name="Rectangle 8226">
              <a:extLst>
                <a:ext uri="{FC82483B-1C52-4644-9C39-7EE780EF032B}">
                  <a16:creationId xmlns:a16="http://schemas.microsoft.com/office/drawing/2010/main" id="{1551BCA9-5AB7-44FD-AC41-F29C8FC0FCEB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608726" y="2854777"/>
              <a:ext cx="37046" cy="3704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2" name="Rectangle 8227">
              <a:extLst>
                <a:ext uri="{CE1F638D-B20D-445B-9BF9-FD6784F944F4}">
                  <a16:creationId xmlns:a16="http://schemas.microsoft.com/office/drawing/2010/main" id="{7DDAC9FE-CEEC-4680-B625-7E6EE532000F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672446" y="2854777"/>
              <a:ext cx="38528" cy="3704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3" name="Rectangle 8228">
              <a:extLst>
                <a:ext uri="{5EC602DA-F6AA-45DC-B972-5F48DFABDBEE}">
                  <a16:creationId xmlns:a16="http://schemas.microsoft.com/office/drawing/2010/main" id="{26D42908-F099-4CD6-9EBB-C9BA0B103FDA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737648" y="2854777"/>
              <a:ext cx="35564" cy="3704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4" name="Rectangle 8229">
              <a:extLst>
                <a:ext uri="{3456623E-8544-4DB7-8E7D-89E4E89D2D5D}">
                  <a16:creationId xmlns:a16="http://schemas.microsoft.com/office/drawing/2010/main" id="{1910C85E-DB60-47C3-8C7A-28E4F950FA07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799886" y="2854777"/>
              <a:ext cx="37046" cy="3704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5" name="Rectangle 8230">
              <a:extLst>
                <a:ext uri="{9D56C9BA-496D-4272-AA3A-4B763AE0DD85}">
                  <a16:creationId xmlns:a16="http://schemas.microsoft.com/office/drawing/2010/main" id="{CB06586C-0075-4F66-8434-AC721851D257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546487" y="2914052"/>
              <a:ext cx="35564" cy="3852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6" name="Rectangle 8231">
              <a:extLst>
                <a:ext uri="{E0775555-8EC8-4CCB-AB4C-677B4E496751}">
                  <a16:creationId xmlns:a16="http://schemas.microsoft.com/office/drawing/2010/main" id="{606F1C52-AEF5-4029-852E-10E04D979858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608726" y="2914052"/>
              <a:ext cx="37046" cy="3852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7" name="Rectangle 8232">
              <a:extLst>
                <a:ext uri="{C3A9F7CB-1C1D-47E3-A73F-0D13662C0698}">
                  <a16:creationId xmlns:a16="http://schemas.microsoft.com/office/drawing/2010/main" id="{1B310A23-9C5E-4BA9-94E1-D3F75F6A0BDB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672446" y="2914052"/>
              <a:ext cx="38528" cy="3852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8" name="Rectangle 8233">
              <a:extLst>
                <a:ext uri="{F24DAEB6-FBD4-48EB-821D-8A925F24D32D}">
                  <a16:creationId xmlns:a16="http://schemas.microsoft.com/office/drawing/2010/main" id="{168144E9-128A-4A7C-8D1A-858F974285FC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737648" y="2914052"/>
              <a:ext cx="35564" cy="3852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9" name="Rectangle 8234">
              <a:extLst>
                <a:ext uri="{A890D1F5-62CA-45FC-A40C-A22A11E1C1A9}">
                  <a16:creationId xmlns:a16="http://schemas.microsoft.com/office/drawing/2010/main" id="{3A056A5F-F772-42C3-A241-9CDE4F297F67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799886" y="2914052"/>
              <a:ext cx="37046" cy="3852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sp>
        <p:nvSpPr>
          <p:cNvPr hidden="false" id="40" name="Title 1">
            <a:extLst>
              <a:ext uri="{9A8E2DA4-8C59-4CD1-9EDA-5D7B8041D109}">
                <a16:creationId xmlns:a16="http://schemas.microsoft.com/office/drawing/2010/main" id="{19D1B4A4-2755-4040-84CF-44E45E4E2F13}"/>
              </a:ext>
            </a:extLst>
          </p:cNvPr>
          <p:cNvSpPr>
            <a:spLocks noGrp="true"/>
          </p:cNvSpPr>
          <p:nvPr>
            <p:ph idx="5" type="title"/>
          </p:nvPr>
        </p:nvSpPr>
        <p:spPr>
          <a:xfrm rot="0">
            <a:off x="6247126" y="495299"/>
            <a:ext cx="2429323" cy="401648"/>
          </a:xfrm>
        </p:spPr>
        <p:txBody>
          <a:bodyPr rtlCol="0">
            <a:noAutofit/>
          </a:bodyPr>
          <a:lstStyle>
            <a:lvl1pPr lvl="0">
              <a:defRPr dirty="0" lang="en-US" sz="2800"/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41" name="Slide Number Placeholder 1">
            <a:extLst>
              <a:ext uri="{8C8DA54B-9604-4D60-9FA7-513D8B67763F}">
                <a16:creationId xmlns:a16="http://schemas.microsoft.com/office/drawing/2010/main" id="{46DED77F-EFB3-4386-842C-4893475B868B}"/>
              </a:ext>
            </a:extLst>
          </p:cNvPr>
          <p:cNvSpPr>
            <a:spLocks noGrp="true"/>
          </p:cNvSpPr>
          <p:nvPr>
            <p:ph idx="6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E4681E3C-3ABD-413D-BA36-859702945F43}" type="slidenum"/>
            <a:endParaRPr dirty="0" lang="en-US"/>
          </a:p>
        </p:txBody>
      </p:sp>
      <p:sp>
        <p:nvSpPr>
          <p:cNvPr hidden="false" id="42" name="Footer Placeholder 1">
            <a:extLst>
              <a:ext uri="{2D0CF617-FF9F-47A7-B130-81A0D932F89D}">
                <a16:creationId xmlns:a16="http://schemas.microsoft.com/office/drawing/2010/main" id="{B8D94FD3-89F7-43AB-BE18-E587072A2D53}"/>
              </a:ext>
            </a:extLst>
          </p:cNvPr>
          <p:cNvSpPr>
            <a:spLocks noGrp="true"/>
          </p:cNvSpPr>
          <p:nvPr>
            <p:ph idx="7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 Message</a:t>
            </a:r>
            <a:endParaRPr dirty="0" lang="en-US"/>
          </a:p>
        </p:txBody>
      </p:sp>
      <p:sp>
        <p:nvSpPr>
          <p:cNvPr hidden="false" id="43" name="Date Placeholder 1">
            <a:extLst>
              <a:ext uri="{C0D5DF92-A610-4C8D-AB73-D92D715953A0}">
                <a16:creationId xmlns:a16="http://schemas.microsoft.com/office/drawing/2010/main" id="{78D8EE4A-5813-4707-858D-D057AB91AA57}"/>
              </a:ext>
            </a:extLst>
          </p:cNvPr>
          <p:cNvSpPr>
            <a:spLocks noGrp="true"/>
          </p:cNvSpPr>
          <p:nvPr>
            <p:ph idx="8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0DE0CB62-B129-488A-B863-8BAB89BD6F39}" type="datetime4">
              <a:t>May 5, 2025</a:t>
            </a:fld>
            <a:endParaRPr dirty="0" lang="en-US"/>
          </a:p>
        </p:txBody>
      </p:sp>
    </p:spTree>
    <p:extLst>
      <p:ext uri="{342ADBB7-37C5-46D3-A49B-FD80941AA2A4}">
        <p14:creationId xmlns:p14="http://schemas.microsoft.com/office/powerpoint/2010/main" val="1746389016605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Gan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24F8DA0-D2FE-446D-8AB0-EF84F2AAD420}">
                <a16:creationId xmlns:a16="http://schemas.microsoft.com/office/drawing/2010/main" id="{1FF376AE-7CC0-450E-8B11-811FE84B274F}"/>
              </a:ext>
            </a:extLst>
          </p:cNvPr>
          <p:cNvSpPr/>
          <p:nvPr userDrawn="1"/>
        </p:nvSpPr>
        <p:spPr>
          <a:xfrm rot="0">
            <a:off x="0" y="0"/>
            <a:ext cx="9144000" cy="1088571"/>
          </a:xfrm>
          <a:prstGeom prst="rect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hidden="false" id="3" name="Title 1">
            <a:extLst>
              <a:ext uri="{BFB5313D-1B25-4078-A903-A553FE4C38C8}">
                <a16:creationId xmlns:a16="http://schemas.microsoft.com/office/drawing/2010/main" id="{1AC739D8-9FB3-42AA-90AC-4DFDB16E9504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333375" y="476250"/>
            <a:ext cx="8477250" cy="476250"/>
          </a:xfrm>
        </p:spPr>
        <p:txBody>
          <a:bodyPr anchor="b" rtlCol="0">
            <a:noAutofit/>
          </a:bodyPr>
          <a:lstStyle>
            <a:lvl1pPr lvl="0">
              <a:defRPr baseline="0" dirty="0" lang="en-US" sz="2800">
                <a:solidFill>
                  <a:schemeClr val="bg1"/>
                </a:solidFill>
              </a:defRPr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4" name="">
            <a:extLst>
              <a:ext uri="{51F7399E-69A8-4AC7-AD0E-2BB2A4500BC3}">
                <a16:creationId xmlns:a16="http://schemas.microsoft.com/office/drawing/2010/main" id="{44545E99-B613-495D-9A4B-6735B7040547}"/>
              </a:ext>
            </a:extLst>
          </p:cNvPr>
          <p:cNvSpPr/>
          <p:nvPr>
            <p:ph idx="11"/>
          </p:nvPr>
        </p:nvSpPr>
        <p:spPr>
          <a:xfrm flipH="false" flipV="false" rot="0">
            <a:off x="350958" y="1484480"/>
            <a:ext cx="8451561" cy="3329397"/>
          </a:xfrm>
          <a:prstGeom prst="rect">
            <a:avLst/>
          </a:prstGeom>
        </p:spPr>
        <p:txBody>
          <a:bodyPr bIns="0" lIns="0" rIns="0" rtlCol="0" tIns="0" vert="horz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5" name="Slide Number Placeholder 1">
            <a:extLst>
              <a:ext uri="{4E566D34-2B3E-496A-B6C5-53A7F4DF6E00}">
                <a16:creationId xmlns:a16="http://schemas.microsoft.com/office/drawing/2010/main" id="{41429AF6-1087-4067-A6CF-F2DF2F75FF3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6" name="Footer Placeholder 1">
            <a:extLst>
              <a:ext uri="{95573AD7-F64B-4D0F-B7DB-1F05CB7FB181}">
                <a16:creationId xmlns:a16="http://schemas.microsoft.com/office/drawing/2010/main" id="{EA642391-3D48-4D06-9C71-16FA1D854723}"/>
              </a:ext>
            </a:extLst>
          </p:cNvPr>
          <p:cNvSpPr>
            <a:spLocks noGrp="true"/>
          </p:cNvSpPr>
          <p:nvPr>
            <p:ph idx="13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7" name="Date Placeholder 1">
            <a:extLst>
              <a:ext uri="{E20A0D1E-F29B-4324-986D-3BD3DC2EFD02}">
                <a16:creationId xmlns:a16="http://schemas.microsoft.com/office/drawing/2010/main" id="{6332F7EA-F319-40A1-878F-95580966AC69}"/>
              </a:ext>
            </a:extLst>
          </p:cNvPr>
          <p:cNvSpPr>
            <a:spLocks noGrp="true"/>
          </p:cNvSpPr>
          <p:nvPr>
            <p:ph idx="14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A7F873BD-54B0-4647-8C68-E58B85B1FF0B}">
        <p14:creationId xmlns:p14="http://schemas.microsoft.com/office/powerpoint/2010/main" val="1746389016609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3852728-26CC-4B27-A9CE-663469D490D2}">
                <a16:creationId xmlns:a16="http://schemas.microsoft.com/office/drawing/2010/main" id="{397FA477-E00B-4675-93A8-D3450EEB7F99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5832024" y="1985600"/>
            <a:ext cx="2702377" cy="71437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4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3" name="Text Placeholder 7">
            <a:extLst>
              <a:ext uri="{51FAE499-1A91-46C4-902A-DCE92AAB59A5}">
                <a16:creationId xmlns:a16="http://schemas.microsoft.com/office/drawing/2010/main" id="{22372C4C-8931-42FA-99F9-AF54CBE9C4DE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5832024" y="2976191"/>
            <a:ext cx="2702377" cy="71437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4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4" name="Text Placeholder 7">
            <a:extLst>
              <a:ext uri="{44AAA6F5-BC0C-4113-9C38-AAE77D321086}">
                <a16:creationId xmlns:a16="http://schemas.microsoft.com/office/drawing/2010/main" id="{3C662D84-B15E-477F-AE76-95373002F995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5832024" y="3849071"/>
            <a:ext cx="2702377" cy="71437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4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5" name="Freeform: Shape 6">
            <a:extLst>
              <a:ext uri="{17549765-1C02-4EEE-8398-A996AE5A2472}">
                <a16:creationId xmlns:a16="http://schemas.microsoft.com/office/drawing/2010/main" id="{73986A6E-EACF-46CD-8C50-20CACF70347D}"/>
              </a:ext>
            </a:extLst>
          </p:cNvPr>
          <p:cNvSpPr/>
          <p:nvPr userDrawn="1"/>
        </p:nvSpPr>
        <p:spPr>
          <a:xfrm flipH="true" rot="0">
            <a:off x="1545771" y="134999"/>
            <a:ext cx="4331153" cy="4873499"/>
          </a:xfrm>
          <a:custGeom>
            <a:avLst/>
            <a:gdLst/>
            <a:ahLst/>
            <a:cxnLst/>
            <a:rect b="b" l="0" r="r" t="0"/>
            <a:pathLst>
              <a:path h="6498000" w="5774872">
                <a:moveTo>
                  <a:pt x="5774872" y="0"/>
                </a:moveTo>
                <a:lnTo>
                  <a:pt x="2253708" y="0"/>
                </a:lnTo>
                <a:lnTo>
                  <a:pt x="0" y="6498000"/>
                </a:lnTo>
                <a:lnTo>
                  <a:pt x="5774872" y="6498000"/>
                </a:lnTo>
                <a:close/>
              </a:path>
            </a:pathLst>
          </a:cu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cxnSp>
        <p:nvCxnSpPr>
          <p:cNvPr id="6" name="Straight Connector 7">
            <a:extLst>
              <a:ext uri="{E4F7EE59-B147-41DD-BD98-339D19DB1FF1}">
                <a16:creationId xmlns:a16="http://schemas.microsoft.com/office/drawing/2010/main" id="{6088D5D5-CA33-470D-9CF7-5B6B8596BD38}"/>
              </a:ext>
            </a:extLst>
          </p:cNvPr>
          <p:cNvCxnSpPr/>
          <p:nvPr/>
        </p:nvCxnSpPr>
        <p:spPr>
          <a:xfrm flipH="true" rot="0">
            <a:off x="4147458" y="2767505"/>
            <a:ext cx="3809999" cy="0"/>
          </a:xfrm>
          <a:prstGeom prst="line">
            <a:avLst/>
          </a:prstGeom>
          <a:ln>
            <a:solidFill>
              <a:srgbClr val="c2a83e"/>
            </a:solidFill>
            <a:tailEnd len="lg" type="oval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8">
            <a:extLst>
              <a:ext uri="{184B2D4E-1355-4249-96B8-C41592D83736}">
                <a16:creationId xmlns:a16="http://schemas.microsoft.com/office/drawing/2010/main" id="{9B7EB396-AE42-4B5B-8344-BE9D46ECB842}"/>
              </a:ext>
            </a:extLst>
          </p:cNvPr>
          <p:cNvCxnSpPr/>
          <p:nvPr/>
        </p:nvCxnSpPr>
        <p:spPr>
          <a:xfrm flipH="true" rot="0">
            <a:off x="4550226" y="3767206"/>
            <a:ext cx="4016828" cy="0"/>
          </a:xfrm>
          <a:prstGeom prst="line">
            <a:avLst/>
          </a:prstGeom>
          <a:ln>
            <a:solidFill>
              <a:srgbClr val="c2a83e"/>
            </a:solidFill>
            <a:tailEnd len="lg" type="oval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o 8915">
            <a:extLst>
              <a:ext uri="{DCC52931-8424-48EB-87C8-46003AB6E8F2}">
                <a16:creationId xmlns:a16="http://schemas.microsoft.com/office/drawing/2010/main" id="{1E5601BE-4E3C-4286-BBFF-2477BA9B3BE9}"/>
              </a:ext>
            </a:extLst>
          </p:cNvPr>
          <p:cNvGrpSpPr/>
          <p:nvPr/>
        </p:nvGrpSpPr>
        <p:grpSpPr>
          <a:xfrm rot="0">
            <a:off x="4125701" y="2156443"/>
            <a:ext cx="230766" cy="231525"/>
            <a:chOff x="4102150" y="6124706"/>
            <a:chExt cx="450487" cy="451969"/>
          </a:xfrm>
          <a:solidFill>
            <a:srgbClr val="c2a83e"/>
          </a:solidFill>
        </p:grpSpPr>
        <p:sp>
          <p:nvSpPr>
            <p:cNvPr id="9" name="Freeform 6980">
              <a:extLst>
                <a:ext uri="{120B7987-2D7D-4674-ACDA-0EB396B642D0}">
                  <a16:creationId xmlns:a16="http://schemas.microsoft.com/office/drawing/2010/main" id="{22D710F6-7A73-4322-B563-6A7158750F23}"/>
                </a:ext>
              </a:extLst>
            </p:cNvPr>
            <p:cNvSpPr/>
            <p:nvPr/>
          </p:nvSpPr>
          <p:spPr>
            <a:xfrm rot="0">
              <a:off x="4102150" y="6124706"/>
              <a:ext cx="450487" cy="451969"/>
            </a:xfrm>
            <a:custGeom>
              <a:avLst/>
              <a:gdLst/>
              <a:ahLst/>
              <a:cxnLst/>
              <a:rect b="b" l="0" r="r" t="0"/>
              <a:pathLst>
                <a:path h="451969" w="450487">
                  <a:moveTo>
                    <a:pt x="223762" y="40010"/>
                  </a:moveTo>
                  <a:lnTo>
                    <a:pt x="174860" y="47420"/>
                  </a:lnTo>
                  <a:lnTo>
                    <a:pt x="130404" y="65202"/>
                  </a:lnTo>
                  <a:lnTo>
                    <a:pt x="93358" y="93358"/>
                  </a:lnTo>
                  <a:lnTo>
                    <a:pt x="63720" y="131886"/>
                  </a:lnTo>
                  <a:lnTo>
                    <a:pt x="44456" y="177824"/>
                  </a:lnTo>
                  <a:lnTo>
                    <a:pt x="37047" y="226725"/>
                  </a:lnTo>
                  <a:lnTo>
                    <a:pt x="44456" y="275627"/>
                  </a:lnTo>
                  <a:lnTo>
                    <a:pt x="63720" y="320083"/>
                  </a:lnTo>
                  <a:lnTo>
                    <a:pt x="93358" y="360093"/>
                  </a:lnTo>
                  <a:lnTo>
                    <a:pt x="130404" y="389731"/>
                  </a:lnTo>
                  <a:lnTo>
                    <a:pt x="174860" y="407513"/>
                  </a:lnTo>
                  <a:lnTo>
                    <a:pt x="223762" y="413441"/>
                  </a:lnTo>
                  <a:lnTo>
                    <a:pt x="275627" y="407513"/>
                  </a:lnTo>
                  <a:lnTo>
                    <a:pt x="320083" y="389731"/>
                  </a:lnTo>
                  <a:lnTo>
                    <a:pt x="357130" y="360093"/>
                  </a:lnTo>
                  <a:lnTo>
                    <a:pt x="386767" y="320083"/>
                  </a:lnTo>
                  <a:lnTo>
                    <a:pt x="406031" y="275627"/>
                  </a:lnTo>
                  <a:lnTo>
                    <a:pt x="413440" y="226725"/>
                  </a:lnTo>
                  <a:lnTo>
                    <a:pt x="406031" y="177824"/>
                  </a:lnTo>
                  <a:lnTo>
                    <a:pt x="386767" y="131886"/>
                  </a:lnTo>
                  <a:lnTo>
                    <a:pt x="357130" y="93358"/>
                  </a:lnTo>
                  <a:lnTo>
                    <a:pt x="320083" y="65202"/>
                  </a:lnTo>
                  <a:lnTo>
                    <a:pt x="275627" y="47420"/>
                  </a:lnTo>
                  <a:lnTo>
                    <a:pt x="223762" y="40010"/>
                  </a:lnTo>
                  <a:close/>
                  <a:moveTo>
                    <a:pt x="223762" y="0"/>
                  </a:moveTo>
                  <a:lnTo>
                    <a:pt x="277109" y="5927"/>
                  </a:lnTo>
                  <a:lnTo>
                    <a:pt x="324528" y="25192"/>
                  </a:lnTo>
                  <a:lnTo>
                    <a:pt x="366021" y="51865"/>
                  </a:lnTo>
                  <a:lnTo>
                    <a:pt x="400104" y="87430"/>
                  </a:lnTo>
                  <a:lnTo>
                    <a:pt x="426777" y="127440"/>
                  </a:lnTo>
                  <a:lnTo>
                    <a:pt x="444560" y="176342"/>
                  </a:lnTo>
                  <a:lnTo>
                    <a:pt x="450487" y="226725"/>
                  </a:lnTo>
                  <a:lnTo>
                    <a:pt x="444560" y="278591"/>
                  </a:lnTo>
                  <a:lnTo>
                    <a:pt x="426777" y="327492"/>
                  </a:lnTo>
                  <a:lnTo>
                    <a:pt x="400104" y="367503"/>
                  </a:lnTo>
                  <a:lnTo>
                    <a:pt x="366021" y="403067"/>
                  </a:lnTo>
                  <a:lnTo>
                    <a:pt x="324528" y="429741"/>
                  </a:lnTo>
                  <a:lnTo>
                    <a:pt x="277109" y="447523"/>
                  </a:lnTo>
                  <a:lnTo>
                    <a:pt x="223762" y="451969"/>
                  </a:lnTo>
                  <a:lnTo>
                    <a:pt x="173378" y="447523"/>
                  </a:lnTo>
                  <a:lnTo>
                    <a:pt x="125959" y="429741"/>
                  </a:lnTo>
                  <a:lnTo>
                    <a:pt x="84466" y="403067"/>
                  </a:lnTo>
                  <a:lnTo>
                    <a:pt x="48902" y="367503"/>
                  </a:lnTo>
                  <a:lnTo>
                    <a:pt x="22228" y="327492"/>
                  </a:lnTo>
                  <a:lnTo>
                    <a:pt x="5927" y="278591"/>
                  </a:lnTo>
                  <a:lnTo>
                    <a:pt x="0" y="226725"/>
                  </a:lnTo>
                  <a:lnTo>
                    <a:pt x="5927" y="176342"/>
                  </a:lnTo>
                  <a:lnTo>
                    <a:pt x="22228" y="127440"/>
                  </a:lnTo>
                  <a:lnTo>
                    <a:pt x="48902" y="87430"/>
                  </a:lnTo>
                  <a:lnTo>
                    <a:pt x="84466" y="51865"/>
                  </a:lnTo>
                  <a:lnTo>
                    <a:pt x="125959" y="25192"/>
                  </a:lnTo>
                  <a:lnTo>
                    <a:pt x="173378" y="5927"/>
                  </a:lnTo>
                  <a:lnTo>
                    <a:pt x="2237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0" name="Freeform 6981">
              <a:extLst>
                <a:ext uri="{8D28EC3E-389D-4343-A6E4-05C9A1C0E1F9}">
                  <a16:creationId xmlns:a16="http://schemas.microsoft.com/office/drawing/2010/main" id="{83F121A8-3F84-4795-8DDB-2C933A470FB4}"/>
                </a:ext>
              </a:extLst>
            </p:cNvPr>
            <p:cNvSpPr/>
            <p:nvPr/>
          </p:nvSpPr>
          <p:spPr>
            <a:xfrm rot="0">
              <a:off x="4196989" y="6135081"/>
              <a:ext cx="257845" cy="432705"/>
            </a:xfrm>
            <a:custGeom>
              <a:avLst/>
              <a:gdLst/>
              <a:ahLst/>
              <a:cxnLst/>
              <a:rect b="b" l="0" r="r" t="0"/>
              <a:pathLst>
                <a:path h="432705" w="257845">
                  <a:moveTo>
                    <a:pt x="128923" y="19264"/>
                  </a:moveTo>
                  <a:lnTo>
                    <a:pt x="100767" y="25192"/>
                  </a:lnTo>
                  <a:lnTo>
                    <a:pt x="74093" y="45938"/>
                  </a:lnTo>
                  <a:lnTo>
                    <a:pt x="51865" y="77057"/>
                  </a:lnTo>
                  <a:lnTo>
                    <a:pt x="35565" y="117067"/>
                  </a:lnTo>
                  <a:lnTo>
                    <a:pt x="25192" y="163005"/>
                  </a:lnTo>
                  <a:lnTo>
                    <a:pt x="20746" y="216353"/>
                  </a:lnTo>
                  <a:lnTo>
                    <a:pt x="25192" y="268218"/>
                  </a:lnTo>
                  <a:lnTo>
                    <a:pt x="35565" y="317119"/>
                  </a:lnTo>
                  <a:lnTo>
                    <a:pt x="51865" y="357130"/>
                  </a:lnTo>
                  <a:lnTo>
                    <a:pt x="74093" y="385285"/>
                  </a:lnTo>
                  <a:lnTo>
                    <a:pt x="100767" y="406031"/>
                  </a:lnTo>
                  <a:lnTo>
                    <a:pt x="128923" y="414923"/>
                  </a:lnTo>
                  <a:lnTo>
                    <a:pt x="158560" y="406031"/>
                  </a:lnTo>
                  <a:lnTo>
                    <a:pt x="185233" y="385285"/>
                  </a:lnTo>
                  <a:lnTo>
                    <a:pt x="207461" y="357130"/>
                  </a:lnTo>
                  <a:lnTo>
                    <a:pt x="225244" y="317119"/>
                  </a:lnTo>
                  <a:lnTo>
                    <a:pt x="235617" y="268218"/>
                  </a:lnTo>
                  <a:lnTo>
                    <a:pt x="240063" y="216353"/>
                  </a:lnTo>
                  <a:lnTo>
                    <a:pt x="235617" y="163005"/>
                  </a:lnTo>
                  <a:lnTo>
                    <a:pt x="225244" y="117067"/>
                  </a:lnTo>
                  <a:lnTo>
                    <a:pt x="207461" y="77057"/>
                  </a:lnTo>
                  <a:lnTo>
                    <a:pt x="185233" y="45938"/>
                  </a:lnTo>
                  <a:lnTo>
                    <a:pt x="158560" y="25192"/>
                  </a:lnTo>
                  <a:lnTo>
                    <a:pt x="128923" y="19264"/>
                  </a:lnTo>
                  <a:close/>
                  <a:moveTo>
                    <a:pt x="128923" y="0"/>
                  </a:moveTo>
                  <a:lnTo>
                    <a:pt x="160042" y="4446"/>
                  </a:lnTo>
                  <a:lnTo>
                    <a:pt x="186715" y="23710"/>
                  </a:lnTo>
                  <a:lnTo>
                    <a:pt x="211907" y="47420"/>
                  </a:lnTo>
                  <a:lnTo>
                    <a:pt x="231171" y="81503"/>
                  </a:lnTo>
                  <a:lnTo>
                    <a:pt x="244508" y="121513"/>
                  </a:lnTo>
                  <a:lnTo>
                    <a:pt x="256363" y="167451"/>
                  </a:lnTo>
                  <a:lnTo>
                    <a:pt x="257845" y="216353"/>
                  </a:lnTo>
                  <a:lnTo>
                    <a:pt x="256363" y="265254"/>
                  </a:lnTo>
                  <a:lnTo>
                    <a:pt x="244508" y="312674"/>
                  </a:lnTo>
                  <a:lnTo>
                    <a:pt x="231171" y="352684"/>
                  </a:lnTo>
                  <a:lnTo>
                    <a:pt x="211907" y="385285"/>
                  </a:lnTo>
                  <a:lnTo>
                    <a:pt x="186715" y="410477"/>
                  </a:lnTo>
                  <a:lnTo>
                    <a:pt x="160042" y="428259"/>
                  </a:lnTo>
                  <a:lnTo>
                    <a:pt x="128923" y="432705"/>
                  </a:lnTo>
                  <a:lnTo>
                    <a:pt x="100767" y="428259"/>
                  </a:lnTo>
                  <a:lnTo>
                    <a:pt x="74093" y="410477"/>
                  </a:lnTo>
                  <a:lnTo>
                    <a:pt x="48902" y="385285"/>
                  </a:lnTo>
                  <a:lnTo>
                    <a:pt x="29637" y="352684"/>
                  </a:lnTo>
                  <a:lnTo>
                    <a:pt x="13337" y="312674"/>
                  </a:lnTo>
                  <a:lnTo>
                    <a:pt x="4446" y="265254"/>
                  </a:lnTo>
                  <a:lnTo>
                    <a:pt x="0" y="216353"/>
                  </a:lnTo>
                  <a:lnTo>
                    <a:pt x="4446" y="167451"/>
                  </a:lnTo>
                  <a:lnTo>
                    <a:pt x="13337" y="121513"/>
                  </a:lnTo>
                  <a:lnTo>
                    <a:pt x="29637" y="81503"/>
                  </a:lnTo>
                  <a:lnTo>
                    <a:pt x="48902" y="47420"/>
                  </a:lnTo>
                  <a:lnTo>
                    <a:pt x="74093" y="23710"/>
                  </a:lnTo>
                  <a:lnTo>
                    <a:pt x="100767" y="4446"/>
                  </a:lnTo>
                  <a:lnTo>
                    <a:pt x="1289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1" name="Freeform 6982">
              <a:extLst>
                <a:ext uri="{A902DEFF-B9C9-4208-89C8-77CA739F0DC3}">
                  <a16:creationId xmlns:a16="http://schemas.microsoft.com/office/drawing/2010/main" id="{798C752B-AEE9-4204-A36F-5AADD405C411}"/>
                </a:ext>
              </a:extLst>
            </p:cNvPr>
            <p:cNvSpPr/>
            <p:nvPr/>
          </p:nvSpPr>
          <p:spPr>
            <a:xfrm rot="0">
              <a:off x="4317020" y="6135081"/>
              <a:ext cx="226726" cy="432705"/>
            </a:xfrm>
            <a:custGeom>
              <a:avLst/>
              <a:gdLst/>
              <a:ahLst/>
              <a:cxnLst/>
              <a:rect b="b" l="0" r="r" t="0"/>
              <a:pathLst>
                <a:path h="432705" w="226726">
                  <a:moveTo>
                    <a:pt x="20746" y="19264"/>
                  </a:moveTo>
                  <a:lnTo>
                    <a:pt x="20746" y="411959"/>
                  </a:lnTo>
                  <a:lnTo>
                    <a:pt x="69648" y="403068"/>
                  </a:lnTo>
                  <a:lnTo>
                    <a:pt x="114104" y="383803"/>
                  </a:lnTo>
                  <a:lnTo>
                    <a:pt x="151151" y="352684"/>
                  </a:lnTo>
                  <a:lnTo>
                    <a:pt x="182270" y="312674"/>
                  </a:lnTo>
                  <a:lnTo>
                    <a:pt x="200052" y="268218"/>
                  </a:lnTo>
                  <a:lnTo>
                    <a:pt x="207462" y="216353"/>
                  </a:lnTo>
                  <a:lnTo>
                    <a:pt x="200052" y="165969"/>
                  </a:lnTo>
                  <a:lnTo>
                    <a:pt x="182270" y="118549"/>
                  </a:lnTo>
                  <a:lnTo>
                    <a:pt x="151151" y="81503"/>
                  </a:lnTo>
                  <a:lnTo>
                    <a:pt x="114104" y="50383"/>
                  </a:lnTo>
                  <a:lnTo>
                    <a:pt x="69648" y="28155"/>
                  </a:lnTo>
                  <a:lnTo>
                    <a:pt x="20746" y="19264"/>
                  </a:lnTo>
                  <a:close/>
                  <a:moveTo>
                    <a:pt x="8891" y="0"/>
                  </a:moveTo>
                  <a:lnTo>
                    <a:pt x="60757" y="4446"/>
                  </a:lnTo>
                  <a:lnTo>
                    <a:pt x="105213" y="23710"/>
                  </a:lnTo>
                  <a:lnTo>
                    <a:pt x="145223" y="47420"/>
                  </a:lnTo>
                  <a:lnTo>
                    <a:pt x="177824" y="81503"/>
                  </a:lnTo>
                  <a:lnTo>
                    <a:pt x="204498" y="121513"/>
                  </a:lnTo>
                  <a:lnTo>
                    <a:pt x="220799" y="167451"/>
                  </a:lnTo>
                  <a:lnTo>
                    <a:pt x="226726" y="216353"/>
                  </a:lnTo>
                  <a:lnTo>
                    <a:pt x="220799" y="265254"/>
                  </a:lnTo>
                  <a:lnTo>
                    <a:pt x="204498" y="312674"/>
                  </a:lnTo>
                  <a:lnTo>
                    <a:pt x="177824" y="352684"/>
                  </a:lnTo>
                  <a:lnTo>
                    <a:pt x="145223" y="385285"/>
                  </a:lnTo>
                  <a:lnTo>
                    <a:pt x="105213" y="410477"/>
                  </a:lnTo>
                  <a:lnTo>
                    <a:pt x="60757" y="428259"/>
                  </a:lnTo>
                  <a:lnTo>
                    <a:pt x="8891" y="432705"/>
                  </a:lnTo>
                  <a:lnTo>
                    <a:pt x="4446" y="432705"/>
                  </a:lnTo>
                  <a:lnTo>
                    <a:pt x="2964" y="428259"/>
                  </a:lnTo>
                  <a:lnTo>
                    <a:pt x="0" y="423814"/>
                  </a:lnTo>
                  <a:lnTo>
                    <a:pt x="0" y="8891"/>
                  </a:lnTo>
                  <a:lnTo>
                    <a:pt x="2964" y="4446"/>
                  </a:lnTo>
                  <a:lnTo>
                    <a:pt x="4446" y="0"/>
                  </a:lnTo>
                  <a:lnTo>
                    <a:pt x="88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2" name="Freeform 6983">
              <a:extLst>
                <a:ext uri="{0CDE1D02-D06E-4F45-96A8-B7C13E8F2F31}">
                  <a16:creationId xmlns:a16="http://schemas.microsoft.com/office/drawing/2010/main" id="{3CFA9375-595E-4C85-A69D-71F7322D4B3C}"/>
                </a:ext>
              </a:extLst>
            </p:cNvPr>
            <p:cNvSpPr/>
            <p:nvPr/>
          </p:nvSpPr>
          <p:spPr>
            <a:xfrm rot="0">
              <a:off x="4111041" y="6269930"/>
              <a:ext cx="432705" cy="164488"/>
            </a:xfrm>
            <a:custGeom>
              <a:avLst/>
              <a:gdLst/>
              <a:ahLst/>
              <a:cxnLst/>
              <a:rect b="b" l="0" r="r" t="0"/>
              <a:pathLst>
                <a:path h="164488" w="432705">
                  <a:moveTo>
                    <a:pt x="31119" y="17782"/>
                  </a:moveTo>
                  <a:lnTo>
                    <a:pt x="22228" y="50384"/>
                  </a:lnTo>
                  <a:lnTo>
                    <a:pt x="19264" y="81503"/>
                  </a:lnTo>
                  <a:lnTo>
                    <a:pt x="22228" y="112622"/>
                  </a:lnTo>
                  <a:lnTo>
                    <a:pt x="31119" y="143742"/>
                  </a:lnTo>
                  <a:lnTo>
                    <a:pt x="401586" y="143742"/>
                  </a:lnTo>
                  <a:lnTo>
                    <a:pt x="410477" y="112622"/>
                  </a:lnTo>
                  <a:lnTo>
                    <a:pt x="413441" y="81503"/>
                  </a:lnTo>
                  <a:lnTo>
                    <a:pt x="410477" y="50384"/>
                  </a:lnTo>
                  <a:lnTo>
                    <a:pt x="401586" y="17782"/>
                  </a:lnTo>
                  <a:lnTo>
                    <a:pt x="31119" y="17782"/>
                  </a:lnTo>
                  <a:close/>
                  <a:moveTo>
                    <a:pt x="23710" y="0"/>
                  </a:moveTo>
                  <a:lnTo>
                    <a:pt x="408995" y="0"/>
                  </a:lnTo>
                  <a:lnTo>
                    <a:pt x="413441" y="0"/>
                  </a:lnTo>
                  <a:lnTo>
                    <a:pt x="414923" y="1482"/>
                  </a:lnTo>
                  <a:lnTo>
                    <a:pt x="417886" y="5927"/>
                  </a:lnTo>
                  <a:lnTo>
                    <a:pt x="428259" y="44456"/>
                  </a:lnTo>
                  <a:lnTo>
                    <a:pt x="432705" y="81503"/>
                  </a:lnTo>
                  <a:lnTo>
                    <a:pt x="428259" y="120032"/>
                  </a:lnTo>
                  <a:lnTo>
                    <a:pt x="417886" y="157079"/>
                  </a:lnTo>
                  <a:lnTo>
                    <a:pt x="414923" y="161524"/>
                  </a:lnTo>
                  <a:lnTo>
                    <a:pt x="413441" y="164488"/>
                  </a:lnTo>
                  <a:lnTo>
                    <a:pt x="408995" y="164488"/>
                  </a:lnTo>
                  <a:lnTo>
                    <a:pt x="23710" y="164488"/>
                  </a:lnTo>
                  <a:lnTo>
                    <a:pt x="19264" y="164488"/>
                  </a:lnTo>
                  <a:lnTo>
                    <a:pt x="14819" y="161524"/>
                  </a:lnTo>
                  <a:lnTo>
                    <a:pt x="14819" y="157079"/>
                  </a:lnTo>
                  <a:lnTo>
                    <a:pt x="4446" y="120032"/>
                  </a:lnTo>
                  <a:lnTo>
                    <a:pt x="0" y="81503"/>
                  </a:lnTo>
                  <a:lnTo>
                    <a:pt x="4446" y="44456"/>
                  </a:lnTo>
                  <a:lnTo>
                    <a:pt x="14819" y="5927"/>
                  </a:lnTo>
                  <a:lnTo>
                    <a:pt x="14819" y="1482"/>
                  </a:lnTo>
                  <a:lnTo>
                    <a:pt x="19264" y="0"/>
                  </a:lnTo>
                  <a:lnTo>
                    <a:pt x="237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grpSp>
        <p:nvGrpSpPr>
          <p:cNvPr id="13" name="Grupo 376">
            <a:extLst>
              <a:ext uri="{46CEC4F3-8DA1-454F-B881-34A13D0EDFD5}">
                <a16:creationId xmlns:a16="http://schemas.microsoft.com/office/drawing/2010/main" id="{673D3F3B-3D36-4455-8A22-76C359C7096C}"/>
              </a:ext>
            </a:extLst>
          </p:cNvPr>
          <p:cNvGrpSpPr/>
          <p:nvPr/>
        </p:nvGrpSpPr>
        <p:grpSpPr>
          <a:xfrm rot="0">
            <a:off x="4484588" y="3170196"/>
            <a:ext cx="290736" cy="185220"/>
            <a:chOff x="2855008" y="5005705"/>
            <a:chExt cx="567555" cy="361575"/>
          </a:xfrm>
          <a:solidFill>
            <a:srgbClr val="c2a83e"/>
          </a:solidFill>
        </p:grpSpPr>
        <p:sp>
          <p:nvSpPr>
            <p:cNvPr id="14" name="Freeform 7030">
              <a:extLst>
                <a:ext uri="{F4344F5E-E07A-4DBB-992E-2BDE231FD052}">
                  <a16:creationId xmlns:a16="http://schemas.microsoft.com/office/drawing/2010/main" id="{F6A80134-5C98-4F2B-A256-D5BB26FF52CA}"/>
                </a:ext>
              </a:extLst>
            </p:cNvPr>
            <p:cNvSpPr/>
            <p:nvPr/>
          </p:nvSpPr>
          <p:spPr>
            <a:xfrm rot="0">
              <a:off x="2908356" y="5005705"/>
              <a:ext cx="456415" cy="305264"/>
            </a:xfrm>
            <a:custGeom>
              <a:avLst/>
              <a:gdLst/>
              <a:ahLst/>
              <a:cxnLst/>
              <a:rect b="b" l="0" r="r" t="0"/>
              <a:pathLst>
                <a:path h="305264" w="456415">
                  <a:moveTo>
                    <a:pt x="38529" y="38528"/>
                  </a:moveTo>
                  <a:lnTo>
                    <a:pt x="38529" y="268217"/>
                  </a:lnTo>
                  <a:lnTo>
                    <a:pt x="417886" y="268217"/>
                  </a:lnTo>
                  <a:lnTo>
                    <a:pt x="417886" y="38528"/>
                  </a:lnTo>
                  <a:lnTo>
                    <a:pt x="38529" y="38528"/>
                  </a:lnTo>
                  <a:close/>
                  <a:moveTo>
                    <a:pt x="17782" y="0"/>
                  </a:moveTo>
                  <a:lnTo>
                    <a:pt x="435669" y="0"/>
                  </a:lnTo>
                  <a:lnTo>
                    <a:pt x="444560" y="2964"/>
                  </a:lnTo>
                  <a:lnTo>
                    <a:pt x="449006" y="7409"/>
                  </a:lnTo>
                  <a:lnTo>
                    <a:pt x="453451" y="13337"/>
                  </a:lnTo>
                  <a:lnTo>
                    <a:pt x="456415" y="20746"/>
                  </a:lnTo>
                  <a:lnTo>
                    <a:pt x="456415" y="287482"/>
                  </a:lnTo>
                  <a:lnTo>
                    <a:pt x="453451" y="294891"/>
                  </a:lnTo>
                  <a:lnTo>
                    <a:pt x="449006" y="300818"/>
                  </a:lnTo>
                  <a:lnTo>
                    <a:pt x="444560" y="303782"/>
                  </a:lnTo>
                  <a:lnTo>
                    <a:pt x="435669" y="305264"/>
                  </a:lnTo>
                  <a:lnTo>
                    <a:pt x="17782" y="305264"/>
                  </a:lnTo>
                  <a:lnTo>
                    <a:pt x="11855" y="303782"/>
                  </a:lnTo>
                  <a:lnTo>
                    <a:pt x="4446" y="300818"/>
                  </a:lnTo>
                  <a:lnTo>
                    <a:pt x="0" y="294891"/>
                  </a:lnTo>
                  <a:lnTo>
                    <a:pt x="0" y="287482"/>
                  </a:lnTo>
                  <a:lnTo>
                    <a:pt x="0" y="20746"/>
                  </a:lnTo>
                  <a:lnTo>
                    <a:pt x="0" y="13337"/>
                  </a:lnTo>
                  <a:lnTo>
                    <a:pt x="4446" y="7409"/>
                  </a:lnTo>
                  <a:lnTo>
                    <a:pt x="11855" y="2964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5" name="Freeform 7031">
              <a:extLst>
                <a:ext uri="{58D71A6C-62CA-4AC5-8012-F6D17CEB36CE}">
                  <a16:creationId xmlns:a16="http://schemas.microsoft.com/office/drawing/2010/main" id="{3DB34F67-A170-4605-9A70-466FEDC6F459}"/>
                </a:ext>
              </a:extLst>
            </p:cNvPr>
            <p:cNvSpPr/>
            <p:nvPr/>
          </p:nvSpPr>
          <p:spPr>
            <a:xfrm rot="0">
              <a:off x="2955774" y="5054606"/>
              <a:ext cx="360094" cy="210425"/>
            </a:xfrm>
            <a:custGeom>
              <a:avLst/>
              <a:gdLst/>
              <a:ahLst/>
              <a:cxnLst/>
              <a:rect b="b" l="0" r="r" t="0"/>
              <a:pathLst>
                <a:path h="210425" w="360094">
                  <a:moveTo>
                    <a:pt x="19264" y="17782"/>
                  </a:moveTo>
                  <a:lnTo>
                    <a:pt x="19264" y="189679"/>
                  </a:lnTo>
                  <a:lnTo>
                    <a:pt x="342312" y="189679"/>
                  </a:lnTo>
                  <a:lnTo>
                    <a:pt x="342312" y="17782"/>
                  </a:lnTo>
                  <a:lnTo>
                    <a:pt x="19264" y="17782"/>
                  </a:lnTo>
                  <a:close/>
                  <a:moveTo>
                    <a:pt x="8891" y="0"/>
                  </a:moveTo>
                  <a:lnTo>
                    <a:pt x="351203" y="0"/>
                  </a:lnTo>
                  <a:lnTo>
                    <a:pt x="355648" y="0"/>
                  </a:lnTo>
                  <a:lnTo>
                    <a:pt x="360094" y="4446"/>
                  </a:lnTo>
                  <a:lnTo>
                    <a:pt x="360094" y="8891"/>
                  </a:lnTo>
                  <a:lnTo>
                    <a:pt x="360094" y="198570"/>
                  </a:lnTo>
                  <a:lnTo>
                    <a:pt x="360094" y="205979"/>
                  </a:lnTo>
                  <a:lnTo>
                    <a:pt x="355648" y="207461"/>
                  </a:lnTo>
                  <a:lnTo>
                    <a:pt x="351203" y="210425"/>
                  </a:lnTo>
                  <a:lnTo>
                    <a:pt x="8891" y="210425"/>
                  </a:lnTo>
                  <a:lnTo>
                    <a:pt x="4446" y="207461"/>
                  </a:lnTo>
                  <a:lnTo>
                    <a:pt x="1482" y="205979"/>
                  </a:lnTo>
                  <a:lnTo>
                    <a:pt x="0" y="198570"/>
                  </a:lnTo>
                  <a:lnTo>
                    <a:pt x="0" y="8891"/>
                  </a:lnTo>
                  <a:lnTo>
                    <a:pt x="1482" y="4446"/>
                  </a:lnTo>
                  <a:lnTo>
                    <a:pt x="4446" y="0"/>
                  </a:lnTo>
                  <a:lnTo>
                    <a:pt x="88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6" name="Freeform 7032">
              <a:extLst>
                <a:ext uri="{A2925DA5-6810-4AA0-A2DF-577A561F2066}">
                  <a16:creationId xmlns:a16="http://schemas.microsoft.com/office/drawing/2010/main" id="{BC738C56-9FC3-44AB-AB66-52DE8F23FCDC}"/>
                </a:ext>
              </a:extLst>
            </p:cNvPr>
            <p:cNvSpPr/>
            <p:nvPr/>
          </p:nvSpPr>
          <p:spPr>
            <a:xfrm rot="0">
              <a:off x="2855008" y="5328751"/>
              <a:ext cx="567555" cy="38528"/>
            </a:xfrm>
            <a:custGeom>
              <a:avLst/>
              <a:gdLst/>
              <a:ahLst/>
              <a:cxnLst/>
              <a:rect b="b" l="0" r="r" t="0"/>
              <a:pathLst>
                <a:path h="38529" w="567555">
                  <a:moveTo>
                    <a:pt x="20746" y="0"/>
                  </a:moveTo>
                  <a:lnTo>
                    <a:pt x="549773" y="0"/>
                  </a:lnTo>
                  <a:lnTo>
                    <a:pt x="555700" y="2964"/>
                  </a:lnTo>
                  <a:lnTo>
                    <a:pt x="563109" y="4446"/>
                  </a:lnTo>
                  <a:lnTo>
                    <a:pt x="564591" y="11855"/>
                  </a:lnTo>
                  <a:lnTo>
                    <a:pt x="567555" y="17783"/>
                  </a:lnTo>
                  <a:lnTo>
                    <a:pt x="564591" y="26674"/>
                  </a:lnTo>
                  <a:lnTo>
                    <a:pt x="563109" y="31120"/>
                  </a:lnTo>
                  <a:lnTo>
                    <a:pt x="555700" y="35565"/>
                  </a:lnTo>
                  <a:lnTo>
                    <a:pt x="549773" y="38529"/>
                  </a:lnTo>
                  <a:lnTo>
                    <a:pt x="20746" y="38529"/>
                  </a:lnTo>
                  <a:lnTo>
                    <a:pt x="11855" y="35565"/>
                  </a:lnTo>
                  <a:lnTo>
                    <a:pt x="7409" y="31120"/>
                  </a:lnTo>
                  <a:lnTo>
                    <a:pt x="2964" y="26674"/>
                  </a:lnTo>
                  <a:lnTo>
                    <a:pt x="0" y="17783"/>
                  </a:lnTo>
                  <a:lnTo>
                    <a:pt x="2964" y="11855"/>
                  </a:lnTo>
                  <a:lnTo>
                    <a:pt x="7409" y="4446"/>
                  </a:lnTo>
                  <a:lnTo>
                    <a:pt x="11855" y="2964"/>
                  </a:lnTo>
                  <a:lnTo>
                    <a:pt x="207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grpSp>
        <p:nvGrpSpPr>
          <p:cNvPr id="17" name="Grupo 418">
            <a:extLst>
              <a:ext uri="{9B24D994-AAD9-4065-9966-F0E4564BCCDF}">
                <a16:creationId xmlns:a16="http://schemas.microsoft.com/office/drawing/2010/main" id="{FE1FFA25-A5A4-47D3-B2EF-50E02F48FA2B}"/>
              </a:ext>
            </a:extLst>
          </p:cNvPr>
          <p:cNvGrpSpPr/>
          <p:nvPr/>
        </p:nvGrpSpPr>
        <p:grpSpPr>
          <a:xfrm rot="0">
            <a:off x="4846648" y="4145600"/>
            <a:ext cx="235320" cy="252021"/>
            <a:chOff x="4117709" y="3764643"/>
            <a:chExt cx="459378" cy="491980"/>
          </a:xfrm>
          <a:solidFill>
            <a:srgbClr val="c2a83e"/>
          </a:solidFill>
        </p:grpSpPr>
        <p:sp>
          <p:nvSpPr>
            <p:cNvPr id="18" name="Freeform 8030">
              <a:extLst>
                <a:ext uri="{DB8B7E3C-BC57-4265-A9EB-C0711E4FF460}">
                  <a16:creationId xmlns:a16="http://schemas.microsoft.com/office/drawing/2010/main" id="{70E0E4FE-F8DF-4C2D-8748-72693316B6B5}"/>
                </a:ext>
              </a:extLst>
            </p:cNvPr>
            <p:cNvSpPr/>
            <p:nvPr/>
          </p:nvSpPr>
          <p:spPr>
            <a:xfrm rot="0">
              <a:off x="4228850" y="4006187"/>
              <a:ext cx="35564" cy="32601"/>
            </a:xfrm>
            <a:custGeom>
              <a:avLst/>
              <a:gdLst/>
              <a:ahLst/>
              <a:cxnLst/>
              <a:rect b="b" l="0" r="r" t="0"/>
              <a:pathLst>
                <a:path h="32601" w="35565">
                  <a:moveTo>
                    <a:pt x="17782" y="0"/>
                  </a:moveTo>
                  <a:lnTo>
                    <a:pt x="23710" y="0"/>
                  </a:lnTo>
                  <a:lnTo>
                    <a:pt x="28156" y="4446"/>
                  </a:lnTo>
                  <a:lnTo>
                    <a:pt x="32601" y="8891"/>
                  </a:lnTo>
                  <a:lnTo>
                    <a:pt x="35565" y="14819"/>
                  </a:lnTo>
                  <a:lnTo>
                    <a:pt x="32601" y="22228"/>
                  </a:lnTo>
                  <a:lnTo>
                    <a:pt x="28156" y="28155"/>
                  </a:lnTo>
                  <a:lnTo>
                    <a:pt x="23710" y="32601"/>
                  </a:lnTo>
                  <a:lnTo>
                    <a:pt x="17782" y="32601"/>
                  </a:lnTo>
                  <a:lnTo>
                    <a:pt x="10373" y="32601"/>
                  </a:lnTo>
                  <a:lnTo>
                    <a:pt x="4446" y="28155"/>
                  </a:lnTo>
                  <a:lnTo>
                    <a:pt x="1482" y="22228"/>
                  </a:lnTo>
                  <a:lnTo>
                    <a:pt x="0" y="14819"/>
                  </a:lnTo>
                  <a:lnTo>
                    <a:pt x="1482" y="8891"/>
                  </a:lnTo>
                  <a:lnTo>
                    <a:pt x="4446" y="4446"/>
                  </a:lnTo>
                  <a:lnTo>
                    <a:pt x="10373" y="0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9" name="Freeform 8031">
              <a:extLst>
                <a:ext uri="{2C474475-5FB9-454C-B2C7-81B5A29CAE7D}">
                  <a16:creationId xmlns:a16="http://schemas.microsoft.com/office/drawing/2010/main" id="{7C4D51DA-3880-4A91-B174-892741D5C7BA}"/>
                </a:ext>
              </a:extLst>
            </p:cNvPr>
            <p:cNvSpPr/>
            <p:nvPr/>
          </p:nvSpPr>
          <p:spPr>
            <a:xfrm rot="0">
              <a:off x="4301461" y="3932094"/>
              <a:ext cx="155596" cy="60757"/>
            </a:xfrm>
            <a:custGeom>
              <a:avLst/>
              <a:gdLst/>
              <a:ahLst/>
              <a:cxnLst/>
              <a:rect b="b" l="0" r="r" t="0"/>
              <a:pathLst>
                <a:path h="60757" w="155596">
                  <a:moveTo>
                    <a:pt x="17782" y="0"/>
                  </a:moveTo>
                  <a:lnTo>
                    <a:pt x="62238" y="0"/>
                  </a:lnTo>
                  <a:lnTo>
                    <a:pt x="106694" y="8891"/>
                  </a:lnTo>
                  <a:lnTo>
                    <a:pt x="145223" y="26674"/>
                  </a:lnTo>
                  <a:lnTo>
                    <a:pt x="151150" y="31119"/>
                  </a:lnTo>
                  <a:lnTo>
                    <a:pt x="154114" y="38529"/>
                  </a:lnTo>
                  <a:lnTo>
                    <a:pt x="155596" y="44456"/>
                  </a:lnTo>
                  <a:lnTo>
                    <a:pt x="154114" y="51866"/>
                  </a:lnTo>
                  <a:lnTo>
                    <a:pt x="149669" y="56311"/>
                  </a:lnTo>
                  <a:lnTo>
                    <a:pt x="142259" y="60757"/>
                  </a:lnTo>
                  <a:lnTo>
                    <a:pt x="137814" y="60757"/>
                  </a:lnTo>
                  <a:lnTo>
                    <a:pt x="133368" y="60757"/>
                  </a:lnTo>
                  <a:lnTo>
                    <a:pt x="128922" y="57793"/>
                  </a:lnTo>
                  <a:lnTo>
                    <a:pt x="96321" y="44456"/>
                  </a:lnTo>
                  <a:lnTo>
                    <a:pt x="57793" y="35565"/>
                  </a:lnTo>
                  <a:lnTo>
                    <a:pt x="20746" y="35565"/>
                  </a:lnTo>
                  <a:lnTo>
                    <a:pt x="13337" y="35565"/>
                  </a:lnTo>
                  <a:lnTo>
                    <a:pt x="7409" y="31119"/>
                  </a:lnTo>
                  <a:lnTo>
                    <a:pt x="2964" y="26674"/>
                  </a:lnTo>
                  <a:lnTo>
                    <a:pt x="0" y="20746"/>
                  </a:lnTo>
                  <a:lnTo>
                    <a:pt x="2964" y="13337"/>
                  </a:lnTo>
                  <a:lnTo>
                    <a:pt x="4446" y="7409"/>
                  </a:lnTo>
                  <a:lnTo>
                    <a:pt x="8891" y="2964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0" name="Freeform 8032">
              <a:extLst>
                <a:ext uri="{521AD6DD-461B-4251-98E8-049BFF818957}">
                  <a16:creationId xmlns:a16="http://schemas.microsoft.com/office/drawing/2010/main" id="{167A4FE9-4263-437B-98EB-5B585D97878A}"/>
                </a:ext>
              </a:extLst>
            </p:cNvPr>
            <p:cNvSpPr/>
            <p:nvPr/>
          </p:nvSpPr>
          <p:spPr>
            <a:xfrm rot="0">
              <a:off x="4291088" y="3764643"/>
              <a:ext cx="205980" cy="207461"/>
            </a:xfrm>
            <a:custGeom>
              <a:avLst/>
              <a:gdLst/>
              <a:ahLst/>
              <a:cxnLst/>
              <a:rect b="b" l="0" r="r" t="0"/>
              <a:pathLst>
                <a:path h="207461" w="205980">
                  <a:moveTo>
                    <a:pt x="102249" y="38528"/>
                  </a:moveTo>
                  <a:lnTo>
                    <a:pt x="77057" y="42974"/>
                  </a:lnTo>
                  <a:lnTo>
                    <a:pt x="57793" y="57793"/>
                  </a:lnTo>
                  <a:lnTo>
                    <a:pt x="41492" y="78539"/>
                  </a:lnTo>
                  <a:lnTo>
                    <a:pt x="37047" y="102249"/>
                  </a:lnTo>
                  <a:lnTo>
                    <a:pt x="41492" y="128922"/>
                  </a:lnTo>
                  <a:lnTo>
                    <a:pt x="57793" y="149668"/>
                  </a:lnTo>
                  <a:lnTo>
                    <a:pt x="77057" y="165969"/>
                  </a:lnTo>
                  <a:lnTo>
                    <a:pt x="102249" y="170414"/>
                  </a:lnTo>
                  <a:lnTo>
                    <a:pt x="128923" y="165969"/>
                  </a:lnTo>
                  <a:lnTo>
                    <a:pt x="148187" y="149668"/>
                  </a:lnTo>
                  <a:lnTo>
                    <a:pt x="164488" y="128922"/>
                  </a:lnTo>
                  <a:lnTo>
                    <a:pt x="168933" y="102249"/>
                  </a:lnTo>
                  <a:lnTo>
                    <a:pt x="164488" y="78539"/>
                  </a:lnTo>
                  <a:lnTo>
                    <a:pt x="148187" y="57793"/>
                  </a:lnTo>
                  <a:lnTo>
                    <a:pt x="128923" y="42974"/>
                  </a:lnTo>
                  <a:lnTo>
                    <a:pt x="102249" y="38528"/>
                  </a:lnTo>
                  <a:close/>
                  <a:moveTo>
                    <a:pt x="102249" y="0"/>
                  </a:moveTo>
                  <a:lnTo>
                    <a:pt x="134850" y="4446"/>
                  </a:lnTo>
                  <a:lnTo>
                    <a:pt x="164488" y="20746"/>
                  </a:lnTo>
                  <a:lnTo>
                    <a:pt x="186716" y="42974"/>
                  </a:lnTo>
                  <a:lnTo>
                    <a:pt x="201534" y="71129"/>
                  </a:lnTo>
                  <a:lnTo>
                    <a:pt x="205980" y="102249"/>
                  </a:lnTo>
                  <a:lnTo>
                    <a:pt x="201534" y="136332"/>
                  </a:lnTo>
                  <a:lnTo>
                    <a:pt x="186716" y="165969"/>
                  </a:lnTo>
                  <a:lnTo>
                    <a:pt x="164488" y="188197"/>
                  </a:lnTo>
                  <a:lnTo>
                    <a:pt x="134850" y="203015"/>
                  </a:lnTo>
                  <a:lnTo>
                    <a:pt x="102249" y="207461"/>
                  </a:lnTo>
                  <a:lnTo>
                    <a:pt x="71130" y="203015"/>
                  </a:lnTo>
                  <a:lnTo>
                    <a:pt x="41492" y="188197"/>
                  </a:lnTo>
                  <a:lnTo>
                    <a:pt x="19264" y="165969"/>
                  </a:lnTo>
                  <a:lnTo>
                    <a:pt x="4446" y="136332"/>
                  </a:lnTo>
                  <a:lnTo>
                    <a:pt x="0" y="102249"/>
                  </a:lnTo>
                  <a:lnTo>
                    <a:pt x="4446" y="71129"/>
                  </a:lnTo>
                  <a:lnTo>
                    <a:pt x="19264" y="42974"/>
                  </a:lnTo>
                  <a:lnTo>
                    <a:pt x="41492" y="20746"/>
                  </a:lnTo>
                  <a:lnTo>
                    <a:pt x="71130" y="4446"/>
                  </a:lnTo>
                  <a:lnTo>
                    <a:pt x="102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1" name="Freeform 8033">
              <a:extLst>
                <a:ext uri="{8CF26638-7EC0-4623-9C8D-1F19EC273A21}">
                  <a16:creationId xmlns:a16="http://schemas.microsoft.com/office/drawing/2010/main" id="{4DB4E909-8C02-48B7-ACE9-11DBED30EBFD}"/>
                </a:ext>
              </a:extLst>
            </p:cNvPr>
            <p:cNvSpPr/>
            <p:nvPr/>
          </p:nvSpPr>
          <p:spPr>
            <a:xfrm rot="0">
              <a:off x="4344435" y="3817990"/>
              <a:ext cx="99285" cy="100767"/>
            </a:xfrm>
            <a:custGeom>
              <a:avLst/>
              <a:gdLst/>
              <a:ahLst/>
              <a:cxnLst/>
              <a:rect b="b" l="0" r="r" t="0"/>
              <a:pathLst>
                <a:path h="100767" w="99285">
                  <a:moveTo>
                    <a:pt x="48902" y="20746"/>
                  </a:moveTo>
                  <a:lnTo>
                    <a:pt x="40010" y="20746"/>
                  </a:lnTo>
                  <a:lnTo>
                    <a:pt x="31119" y="25192"/>
                  </a:lnTo>
                  <a:lnTo>
                    <a:pt x="23710" y="31119"/>
                  </a:lnTo>
                  <a:lnTo>
                    <a:pt x="19264" y="40010"/>
                  </a:lnTo>
                  <a:lnTo>
                    <a:pt x="19264" y="48902"/>
                  </a:lnTo>
                  <a:lnTo>
                    <a:pt x="19264" y="60757"/>
                  </a:lnTo>
                  <a:lnTo>
                    <a:pt x="23710" y="69648"/>
                  </a:lnTo>
                  <a:lnTo>
                    <a:pt x="31119" y="75575"/>
                  </a:lnTo>
                  <a:lnTo>
                    <a:pt x="40010" y="80021"/>
                  </a:lnTo>
                  <a:lnTo>
                    <a:pt x="48902" y="80021"/>
                  </a:lnTo>
                  <a:lnTo>
                    <a:pt x="59275" y="80021"/>
                  </a:lnTo>
                  <a:lnTo>
                    <a:pt x="68166" y="75575"/>
                  </a:lnTo>
                  <a:lnTo>
                    <a:pt x="75575" y="69648"/>
                  </a:lnTo>
                  <a:lnTo>
                    <a:pt x="80021" y="60757"/>
                  </a:lnTo>
                  <a:lnTo>
                    <a:pt x="80021" y="48902"/>
                  </a:lnTo>
                  <a:lnTo>
                    <a:pt x="80021" y="40010"/>
                  </a:lnTo>
                  <a:lnTo>
                    <a:pt x="75575" y="31119"/>
                  </a:lnTo>
                  <a:lnTo>
                    <a:pt x="68166" y="25192"/>
                  </a:lnTo>
                  <a:lnTo>
                    <a:pt x="59275" y="20746"/>
                  </a:lnTo>
                  <a:lnTo>
                    <a:pt x="48902" y="20746"/>
                  </a:lnTo>
                  <a:close/>
                  <a:moveTo>
                    <a:pt x="48902" y="0"/>
                  </a:moveTo>
                  <a:lnTo>
                    <a:pt x="68166" y="4446"/>
                  </a:lnTo>
                  <a:lnTo>
                    <a:pt x="84466" y="16301"/>
                  </a:lnTo>
                  <a:lnTo>
                    <a:pt x="94839" y="31119"/>
                  </a:lnTo>
                  <a:lnTo>
                    <a:pt x="99285" y="48902"/>
                  </a:lnTo>
                  <a:lnTo>
                    <a:pt x="94839" y="69648"/>
                  </a:lnTo>
                  <a:lnTo>
                    <a:pt x="84466" y="84466"/>
                  </a:lnTo>
                  <a:lnTo>
                    <a:pt x="68166" y="96321"/>
                  </a:lnTo>
                  <a:lnTo>
                    <a:pt x="48902" y="100767"/>
                  </a:lnTo>
                  <a:lnTo>
                    <a:pt x="31119" y="96321"/>
                  </a:lnTo>
                  <a:lnTo>
                    <a:pt x="14819" y="84466"/>
                  </a:lnTo>
                  <a:lnTo>
                    <a:pt x="4446" y="69648"/>
                  </a:lnTo>
                  <a:lnTo>
                    <a:pt x="0" y="48902"/>
                  </a:lnTo>
                  <a:lnTo>
                    <a:pt x="4446" y="31119"/>
                  </a:lnTo>
                  <a:lnTo>
                    <a:pt x="14819" y="16301"/>
                  </a:lnTo>
                  <a:lnTo>
                    <a:pt x="31119" y="4446"/>
                  </a:lnTo>
                  <a:lnTo>
                    <a:pt x="489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2" name="Freeform 8034">
              <a:extLst>
                <a:ext uri="{7D56B608-5A42-4366-9425-6EBC4A14EEDC}">
                  <a16:creationId xmlns:a16="http://schemas.microsoft.com/office/drawing/2010/main" id="{48CCEABC-1D42-41EB-ADD3-570A533BE7F7}"/>
                </a:ext>
              </a:extLst>
            </p:cNvPr>
            <p:cNvSpPr/>
            <p:nvPr/>
          </p:nvSpPr>
          <p:spPr>
            <a:xfrm rot="0">
              <a:off x="4117709" y="3893564"/>
              <a:ext cx="459378" cy="363058"/>
            </a:xfrm>
            <a:custGeom>
              <a:avLst/>
              <a:gdLst/>
              <a:ahLst/>
              <a:cxnLst/>
              <a:rect b="b" l="0" r="r" t="0"/>
              <a:pathLst>
                <a:path h="363058" w="459378">
                  <a:moveTo>
                    <a:pt x="117067" y="0"/>
                  </a:moveTo>
                  <a:lnTo>
                    <a:pt x="139295" y="2964"/>
                  </a:lnTo>
                  <a:lnTo>
                    <a:pt x="160041" y="14819"/>
                  </a:lnTo>
                  <a:lnTo>
                    <a:pt x="204497" y="4446"/>
                  </a:lnTo>
                  <a:lnTo>
                    <a:pt x="208943" y="41492"/>
                  </a:lnTo>
                  <a:lnTo>
                    <a:pt x="160041" y="51865"/>
                  </a:lnTo>
                  <a:lnTo>
                    <a:pt x="155596" y="51865"/>
                  </a:lnTo>
                  <a:lnTo>
                    <a:pt x="148186" y="51865"/>
                  </a:lnTo>
                  <a:lnTo>
                    <a:pt x="143741" y="50384"/>
                  </a:lnTo>
                  <a:lnTo>
                    <a:pt x="139295" y="45938"/>
                  </a:lnTo>
                  <a:lnTo>
                    <a:pt x="134850" y="41492"/>
                  </a:lnTo>
                  <a:lnTo>
                    <a:pt x="128922" y="38529"/>
                  </a:lnTo>
                  <a:lnTo>
                    <a:pt x="121513" y="38529"/>
                  </a:lnTo>
                  <a:lnTo>
                    <a:pt x="121513" y="63720"/>
                  </a:lnTo>
                  <a:lnTo>
                    <a:pt x="120031" y="68166"/>
                  </a:lnTo>
                  <a:lnTo>
                    <a:pt x="117067" y="72612"/>
                  </a:lnTo>
                  <a:lnTo>
                    <a:pt x="115585" y="77057"/>
                  </a:lnTo>
                  <a:lnTo>
                    <a:pt x="85948" y="103731"/>
                  </a:lnTo>
                  <a:lnTo>
                    <a:pt x="71129" y="136332"/>
                  </a:lnTo>
                  <a:lnTo>
                    <a:pt x="66684" y="140778"/>
                  </a:lnTo>
                  <a:lnTo>
                    <a:pt x="63720" y="143741"/>
                  </a:lnTo>
                  <a:lnTo>
                    <a:pt x="57793" y="148187"/>
                  </a:lnTo>
                  <a:lnTo>
                    <a:pt x="53347" y="148187"/>
                  </a:lnTo>
                  <a:lnTo>
                    <a:pt x="41492" y="148187"/>
                  </a:lnTo>
                  <a:lnTo>
                    <a:pt x="40010" y="148187"/>
                  </a:lnTo>
                  <a:lnTo>
                    <a:pt x="37047" y="149669"/>
                  </a:lnTo>
                  <a:lnTo>
                    <a:pt x="35565" y="154114"/>
                  </a:lnTo>
                  <a:lnTo>
                    <a:pt x="35565" y="183752"/>
                  </a:lnTo>
                  <a:lnTo>
                    <a:pt x="37047" y="185234"/>
                  </a:lnTo>
                  <a:lnTo>
                    <a:pt x="40010" y="188197"/>
                  </a:lnTo>
                  <a:lnTo>
                    <a:pt x="41492" y="188197"/>
                  </a:lnTo>
                  <a:lnTo>
                    <a:pt x="53347" y="188197"/>
                  </a:lnTo>
                  <a:lnTo>
                    <a:pt x="57793" y="189679"/>
                  </a:lnTo>
                  <a:lnTo>
                    <a:pt x="63720" y="192643"/>
                  </a:lnTo>
                  <a:lnTo>
                    <a:pt x="66684" y="197089"/>
                  </a:lnTo>
                  <a:lnTo>
                    <a:pt x="71129" y="201534"/>
                  </a:lnTo>
                  <a:lnTo>
                    <a:pt x="85948" y="232654"/>
                  </a:lnTo>
                  <a:lnTo>
                    <a:pt x="115585" y="259327"/>
                  </a:lnTo>
                  <a:lnTo>
                    <a:pt x="117067" y="263773"/>
                  </a:lnTo>
                  <a:lnTo>
                    <a:pt x="120031" y="268218"/>
                  </a:lnTo>
                  <a:lnTo>
                    <a:pt x="121513" y="274146"/>
                  </a:lnTo>
                  <a:lnTo>
                    <a:pt x="121513" y="321566"/>
                  </a:lnTo>
                  <a:lnTo>
                    <a:pt x="121513" y="323048"/>
                  </a:lnTo>
                  <a:lnTo>
                    <a:pt x="124477" y="326011"/>
                  </a:lnTo>
                  <a:lnTo>
                    <a:pt x="128922" y="327493"/>
                  </a:lnTo>
                  <a:lnTo>
                    <a:pt x="155596" y="327493"/>
                  </a:lnTo>
                  <a:lnTo>
                    <a:pt x="160041" y="326011"/>
                  </a:lnTo>
                  <a:lnTo>
                    <a:pt x="161523" y="323048"/>
                  </a:lnTo>
                  <a:lnTo>
                    <a:pt x="161523" y="321566"/>
                  </a:lnTo>
                  <a:lnTo>
                    <a:pt x="161523" y="309711"/>
                  </a:lnTo>
                  <a:lnTo>
                    <a:pt x="164487" y="303783"/>
                  </a:lnTo>
                  <a:lnTo>
                    <a:pt x="165969" y="299338"/>
                  </a:lnTo>
                  <a:lnTo>
                    <a:pt x="168933" y="294892"/>
                  </a:lnTo>
                  <a:lnTo>
                    <a:pt x="173378" y="291928"/>
                  </a:lnTo>
                  <a:lnTo>
                    <a:pt x="179306" y="291928"/>
                  </a:lnTo>
                  <a:lnTo>
                    <a:pt x="183751" y="291928"/>
                  </a:lnTo>
                  <a:lnTo>
                    <a:pt x="232653" y="296374"/>
                  </a:lnTo>
                  <a:lnTo>
                    <a:pt x="281554" y="290446"/>
                  </a:lnTo>
                  <a:lnTo>
                    <a:pt x="286000" y="290446"/>
                  </a:lnTo>
                  <a:lnTo>
                    <a:pt x="293409" y="290446"/>
                  </a:lnTo>
                  <a:lnTo>
                    <a:pt x="297855" y="291928"/>
                  </a:lnTo>
                  <a:lnTo>
                    <a:pt x="302300" y="296374"/>
                  </a:lnTo>
                  <a:lnTo>
                    <a:pt x="303782" y="300820"/>
                  </a:lnTo>
                  <a:lnTo>
                    <a:pt x="303782" y="308229"/>
                  </a:lnTo>
                  <a:lnTo>
                    <a:pt x="303782" y="321566"/>
                  </a:lnTo>
                  <a:lnTo>
                    <a:pt x="303782" y="323048"/>
                  </a:lnTo>
                  <a:lnTo>
                    <a:pt x="306746" y="326011"/>
                  </a:lnTo>
                  <a:lnTo>
                    <a:pt x="311192" y="327493"/>
                  </a:lnTo>
                  <a:lnTo>
                    <a:pt x="339347" y="327493"/>
                  </a:lnTo>
                  <a:lnTo>
                    <a:pt x="342311" y="326011"/>
                  </a:lnTo>
                  <a:lnTo>
                    <a:pt x="343793" y="323048"/>
                  </a:lnTo>
                  <a:lnTo>
                    <a:pt x="343793" y="321566"/>
                  </a:lnTo>
                  <a:lnTo>
                    <a:pt x="343793" y="268218"/>
                  </a:lnTo>
                  <a:lnTo>
                    <a:pt x="346756" y="263773"/>
                  </a:lnTo>
                  <a:lnTo>
                    <a:pt x="348238" y="259327"/>
                  </a:lnTo>
                  <a:lnTo>
                    <a:pt x="351202" y="254882"/>
                  </a:lnTo>
                  <a:lnTo>
                    <a:pt x="374912" y="228208"/>
                  </a:lnTo>
                  <a:lnTo>
                    <a:pt x="388249" y="198571"/>
                  </a:lnTo>
                  <a:lnTo>
                    <a:pt x="392694" y="167451"/>
                  </a:lnTo>
                  <a:lnTo>
                    <a:pt x="395658" y="161524"/>
                  </a:lnTo>
                  <a:lnTo>
                    <a:pt x="397140" y="157078"/>
                  </a:lnTo>
                  <a:lnTo>
                    <a:pt x="392694" y="152633"/>
                  </a:lnTo>
                  <a:lnTo>
                    <a:pt x="391212" y="145223"/>
                  </a:lnTo>
                  <a:lnTo>
                    <a:pt x="377875" y="112622"/>
                  </a:lnTo>
                  <a:lnTo>
                    <a:pt x="352684" y="82985"/>
                  </a:lnTo>
                  <a:lnTo>
                    <a:pt x="317119" y="60757"/>
                  </a:lnTo>
                  <a:lnTo>
                    <a:pt x="333420" y="28156"/>
                  </a:lnTo>
                  <a:lnTo>
                    <a:pt x="366021" y="47420"/>
                  </a:lnTo>
                  <a:lnTo>
                    <a:pt x="392694" y="72612"/>
                  </a:lnTo>
                  <a:lnTo>
                    <a:pt x="413440" y="100767"/>
                  </a:lnTo>
                  <a:lnTo>
                    <a:pt x="413440" y="94840"/>
                  </a:lnTo>
                  <a:lnTo>
                    <a:pt x="417886" y="87430"/>
                  </a:lnTo>
                  <a:lnTo>
                    <a:pt x="422331" y="82985"/>
                  </a:lnTo>
                  <a:lnTo>
                    <a:pt x="428259" y="81503"/>
                  </a:lnTo>
                  <a:lnTo>
                    <a:pt x="432704" y="81503"/>
                  </a:lnTo>
                  <a:lnTo>
                    <a:pt x="440114" y="82985"/>
                  </a:lnTo>
                  <a:lnTo>
                    <a:pt x="444559" y="87430"/>
                  </a:lnTo>
                  <a:lnTo>
                    <a:pt x="454932" y="105213"/>
                  </a:lnTo>
                  <a:lnTo>
                    <a:pt x="459378" y="127441"/>
                  </a:lnTo>
                  <a:lnTo>
                    <a:pt x="454932" y="148187"/>
                  </a:lnTo>
                  <a:lnTo>
                    <a:pt x="446041" y="165969"/>
                  </a:lnTo>
                  <a:lnTo>
                    <a:pt x="428259" y="179306"/>
                  </a:lnTo>
                  <a:lnTo>
                    <a:pt x="422331" y="214871"/>
                  </a:lnTo>
                  <a:lnTo>
                    <a:pt x="406031" y="247472"/>
                  </a:lnTo>
                  <a:lnTo>
                    <a:pt x="382321" y="277110"/>
                  </a:lnTo>
                  <a:lnTo>
                    <a:pt x="382321" y="321566"/>
                  </a:lnTo>
                  <a:lnTo>
                    <a:pt x="374912" y="340830"/>
                  </a:lnTo>
                  <a:lnTo>
                    <a:pt x="360093" y="357131"/>
                  </a:lnTo>
                  <a:lnTo>
                    <a:pt x="339347" y="363058"/>
                  </a:lnTo>
                  <a:lnTo>
                    <a:pt x="311192" y="363058"/>
                  </a:lnTo>
                  <a:lnTo>
                    <a:pt x="290445" y="358612"/>
                  </a:lnTo>
                  <a:lnTo>
                    <a:pt x="277109" y="348239"/>
                  </a:lnTo>
                  <a:lnTo>
                    <a:pt x="268217" y="330457"/>
                  </a:lnTo>
                  <a:lnTo>
                    <a:pt x="232653" y="331939"/>
                  </a:lnTo>
                  <a:lnTo>
                    <a:pt x="197088" y="330457"/>
                  </a:lnTo>
                  <a:lnTo>
                    <a:pt x="188197" y="348239"/>
                  </a:lnTo>
                  <a:lnTo>
                    <a:pt x="174860" y="358612"/>
                  </a:lnTo>
                  <a:lnTo>
                    <a:pt x="155596" y="363058"/>
                  </a:lnTo>
                  <a:lnTo>
                    <a:pt x="128922" y="363058"/>
                  </a:lnTo>
                  <a:lnTo>
                    <a:pt x="106694" y="357131"/>
                  </a:lnTo>
                  <a:lnTo>
                    <a:pt x="90394" y="340830"/>
                  </a:lnTo>
                  <a:lnTo>
                    <a:pt x="84466" y="321566"/>
                  </a:lnTo>
                  <a:lnTo>
                    <a:pt x="84466" y="283037"/>
                  </a:lnTo>
                  <a:lnTo>
                    <a:pt x="59275" y="256363"/>
                  </a:lnTo>
                  <a:lnTo>
                    <a:pt x="40010" y="225244"/>
                  </a:lnTo>
                  <a:lnTo>
                    <a:pt x="19264" y="219317"/>
                  </a:lnTo>
                  <a:lnTo>
                    <a:pt x="5927" y="203016"/>
                  </a:lnTo>
                  <a:lnTo>
                    <a:pt x="0" y="183752"/>
                  </a:lnTo>
                  <a:lnTo>
                    <a:pt x="0" y="154114"/>
                  </a:lnTo>
                  <a:lnTo>
                    <a:pt x="5927" y="131886"/>
                  </a:lnTo>
                  <a:lnTo>
                    <a:pt x="19264" y="118550"/>
                  </a:lnTo>
                  <a:lnTo>
                    <a:pt x="40010" y="112622"/>
                  </a:lnTo>
                  <a:lnTo>
                    <a:pt x="59275" y="81503"/>
                  </a:lnTo>
                  <a:lnTo>
                    <a:pt x="84466" y="54829"/>
                  </a:lnTo>
                  <a:lnTo>
                    <a:pt x="84466" y="25192"/>
                  </a:lnTo>
                  <a:lnTo>
                    <a:pt x="85948" y="19264"/>
                  </a:lnTo>
                  <a:lnTo>
                    <a:pt x="88912" y="11855"/>
                  </a:lnTo>
                  <a:lnTo>
                    <a:pt x="94839" y="7409"/>
                  </a:lnTo>
                  <a:lnTo>
                    <a:pt x="1170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cxnSp>
        <p:nvCxnSpPr>
          <p:cNvPr id="23" name="Straight Connector 29">
            <a:extLst>
              <a:ext uri="{476E105F-E5D1-442C-8623-8CD76EC6D56F}">
                <a16:creationId xmlns:a16="http://schemas.microsoft.com/office/drawing/2010/main" id="{AEA82524-6B43-4666-B6C9-E305319016F6}"/>
              </a:ext>
            </a:extLst>
          </p:cNvPr>
          <p:cNvCxnSpPr/>
          <p:nvPr/>
        </p:nvCxnSpPr>
        <p:spPr>
          <a:xfrm rot="0">
            <a:off x="5297261" y="1694777"/>
            <a:ext cx="180975" cy="0"/>
          </a:xfrm>
          <a:prstGeom prst="line">
            <a:avLst/>
          </a:prstGeom>
          <a:ln w="5715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30">
            <a:extLst>
              <a:ext uri="{5804C453-237B-47FD-B296-96F955F0D00B}">
                <a16:creationId xmlns:a16="http://schemas.microsoft.com/office/drawing/2010/main" id="{35ABD0DB-8946-48BD-A307-536D84EC56E4}"/>
              </a:ext>
            </a:extLst>
          </p:cNvPr>
          <p:cNvGrpSpPr/>
          <p:nvPr/>
        </p:nvGrpSpPr>
        <p:grpSpPr>
          <a:xfrm rot="0">
            <a:off x="3552328" y="605517"/>
            <a:ext cx="453629" cy="453629"/>
            <a:chOff x="13212760" y="1349828"/>
            <a:chExt cx="909874" cy="909874"/>
          </a:xfrm>
        </p:grpSpPr>
        <p:cxnSp>
          <p:nvCxnSpPr>
            <p:cNvPr id="25" name="Straight Connector 31">
              <a:extLst>
                <a:ext uri="{84308E2B-54D2-49F2-824E-7FE6A8D0CC67}">
                  <a16:creationId xmlns:a16="http://schemas.microsoft.com/office/drawing/2010/main" id="{E9494474-C695-4A42-91EE-2FCCBBAEF8C3}"/>
                </a:ext>
              </a:extLst>
            </p:cNvPr>
            <p:cNvCxnSpPr/>
            <p:nvPr/>
          </p:nvCxnSpPr>
          <p:spPr>
            <a:xfrm rot="0">
              <a:off x="13667697" y="1349828"/>
              <a:ext cx="0" cy="909874"/>
            </a:xfrm>
            <a:prstGeom prst="line">
              <a:avLst/>
            </a:prstGeom>
            <a:ln w="76200">
              <a:solidFill>
                <a:srgbClr val="c2a8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32">
              <a:extLst>
                <a:ext uri="{ED3717B5-76DD-4139-8FBE-5D3BAABA97AC}">
                  <a16:creationId xmlns:a16="http://schemas.microsoft.com/office/drawing/2010/main" id="{88922F5E-23F7-4F2F-BDEE-10CF88EEA7F3}"/>
                </a:ext>
              </a:extLst>
            </p:cNvPr>
            <p:cNvCxnSpPr/>
            <p:nvPr/>
          </p:nvCxnSpPr>
          <p:spPr>
            <a:xfrm rot="5400000">
              <a:off x="13667697" y="1349828"/>
              <a:ext cx="0" cy="909874"/>
            </a:xfrm>
            <a:prstGeom prst="line">
              <a:avLst/>
            </a:prstGeom>
            <a:ln w="76200">
              <a:solidFill>
                <a:srgbClr val="c2a8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Picture Placeholder 12">
            <a:extLst>
              <a:ext uri="{125BEB8F-CFDF-44F4-9F01-D363FAF2988E}">
                <a16:creationId xmlns:a16="http://schemas.microsoft.com/office/drawing/2010/main" id="{EB42F0BD-A3E8-4623-9201-47FF4D2D76BA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134550" y="134999"/>
            <a:ext cx="4372151" cy="4873499"/>
          </a:xfrm>
          <a:custGeom>
            <a:avLst/>
            <a:gdLst/>
            <a:ahLst/>
            <a:cxnLst/>
            <a:rect b="b" l="0" r="r" t="0"/>
            <a:pathLst>
              <a:path h="6498000" w="5829535">
                <a:moveTo>
                  <a:pt x="0" y="0"/>
                </a:moveTo>
                <a:lnTo>
                  <a:pt x="3575827" y="0"/>
                </a:lnTo>
                <a:lnTo>
                  <a:pt x="5829535" y="6498000"/>
                </a:lnTo>
                <a:lnTo>
                  <a:pt x="0" y="6498000"/>
                </a:lnTo>
                <a:close/>
              </a:path>
            </a:pathLst>
          </a:custGeom>
        </p:spPr>
        <p:txBody>
          <a:bodyPr rtlCol="0" wrap="square">
            <a:noAutofit/>
          </a:bodyPr>
          <a:lstStyle>
            <a:lvl1pPr indent="0" lvl="0" marL="0">
              <a:buNone/>
              <a:defRPr dirty="0" lang="en-US" sz="2000">
                <a:latin typeface="Source Sans Pro"/>
              </a:defRPr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hidden="false" id="28" name="Title 1">
            <a:extLst>
              <a:ext uri="{1ED17088-4EC3-465B-B342-DB5037F5FB4E}">
                <a16:creationId xmlns:a16="http://schemas.microsoft.com/office/drawing/2010/main" id="{01F1DE7E-1DF1-4F6C-8672-CCBB71775D14}"/>
              </a:ext>
            </a:extLst>
          </p:cNvPr>
          <p:cNvSpPr>
            <a:spLocks noGrp="true"/>
          </p:cNvSpPr>
          <p:nvPr>
            <p:ph idx="4" type="title"/>
          </p:nvPr>
        </p:nvSpPr>
        <p:spPr>
          <a:xfrm rot="0">
            <a:off x="5091788" y="366036"/>
            <a:ext cx="3442606" cy="526298"/>
          </a:xfrm>
        </p:spPr>
        <p:txBody>
          <a:bodyPr rtlCol="0">
            <a:noAutofit/>
          </a:bodyPr>
          <a:lstStyle>
            <a:lvl1pPr lvl="0">
              <a:defRPr dirty="0" lang="en-US" sz="2800"/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29" name="Slide Number Placeholder 1">
            <a:extLst>
              <a:ext uri="{45C1F492-45D0-4106-BC67-5F2DFE4F906E}">
                <a16:creationId xmlns:a16="http://schemas.microsoft.com/office/drawing/2010/main" id="{E4F13634-DE45-4408-841B-3F77C5847D2E}"/>
              </a:ext>
            </a:extLst>
          </p:cNvPr>
          <p:cNvSpPr>
            <a:spLocks noGrp="true"/>
          </p:cNvSpPr>
          <p:nvPr>
            <p:ph idx="5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4F630763-C288-4A89-B0AA-161809E61BA2}" type="slidenum"/>
            <a:endParaRPr dirty="0" lang="en-US"/>
          </a:p>
        </p:txBody>
      </p:sp>
      <p:sp>
        <p:nvSpPr>
          <p:cNvPr hidden="false" id="30" name="Footer Placeholder 1">
            <a:extLst>
              <a:ext uri="{DBF4D844-9141-4F82-8846-C77526746A10}">
                <a16:creationId xmlns:a16="http://schemas.microsoft.com/office/drawing/2010/main" id="{342BB6B9-CCE4-4CEC-8ACE-9E0DBD750766}"/>
              </a:ext>
            </a:extLst>
          </p:cNvPr>
          <p:cNvSpPr>
            <a:spLocks noGrp="true"/>
          </p:cNvSpPr>
          <p:nvPr>
            <p:ph idx="6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31" name="Date Placeholder 1">
            <a:extLst>
              <a:ext uri="{9C481E97-D6DC-4E3C-9587-8226E55E1353}">
                <a16:creationId xmlns:a16="http://schemas.microsoft.com/office/drawing/2010/main" id="{E8F779F6-DD73-4FC9-9DF9-66837DF4F523}"/>
              </a:ext>
            </a:extLst>
          </p:cNvPr>
          <p:cNvSpPr>
            <a:spLocks noGrp="true"/>
          </p:cNvSpPr>
          <p:nvPr>
            <p:ph idx="7" sz="half" type="dt"/>
          </p:nvPr>
        </p:nvSpPr>
        <p:spPr>
          <a:xfrm rot="0">
            <a:off x="762000" y="47815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AD4BB17F-1901-4232-ACDF-F95776991BCB}">
        <p14:creationId xmlns:p14="http://schemas.microsoft.com/office/powerpoint/2010/main" val="174638901661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0">
            <a:extLst>
              <a:ext uri="{9B72A16C-5E9D-4EAD-8705-36069320709C}">
                <a16:creationId xmlns:a16="http://schemas.microsoft.com/office/drawing/2010/main" id="{BD8D2CDE-16B4-4FB3-B27B-0D3A0B3A1580}"/>
              </a:ext>
            </a:extLst>
          </p:cNvPr>
          <p:cNvSpPr/>
          <p:nvPr userDrawn="1"/>
        </p:nvSpPr>
        <p:spPr>
          <a:xfrm flipH="true" rot="0">
            <a:off x="0" y="0"/>
            <a:ext cx="4282751" cy="5143499"/>
          </a:xfrm>
          <a:custGeom>
            <a:avLst/>
            <a:gdLst/>
            <a:ahLst/>
            <a:cxnLst/>
            <a:rect b="b" l="0" r="r" t="0"/>
            <a:pathLst>
              <a:path h="6857999" w="5710335">
                <a:moveTo>
                  <a:pt x="1477055" y="0"/>
                </a:moveTo>
                <a:lnTo>
                  <a:pt x="5710336" y="0"/>
                </a:lnTo>
                <a:lnTo>
                  <a:pt x="5710336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3" name="Forma livre: Forma 17">
            <a:extLst>
              <a:ext uri="{34B79986-07A0-4C60-A6D7-1D9D1E236580}">
                <a16:creationId xmlns:a16="http://schemas.microsoft.com/office/drawing/2010/main" id="{58B356E5-A50D-4ED7-8723-BABC8449184A}"/>
              </a:ext>
            </a:extLst>
          </p:cNvPr>
          <p:cNvSpPr>
            <a:spLocks noGrp="true"/>
          </p:cNvSpPr>
          <p:nvPr>
            <p:ph type="pic"/>
          </p:nvPr>
        </p:nvSpPr>
        <p:spPr>
          <a:xfrm rot="0">
            <a:off x="3163078" y="0"/>
            <a:ext cx="5980921" cy="5143498"/>
          </a:xfrm>
          <a:custGeom>
            <a:avLst/>
            <a:gdLst/>
            <a:ahLst/>
            <a:cxnLst/>
            <a:rect b="b" l="0" r="r" t="0"/>
            <a:pathLst>
              <a:path h="6857998" w="7974563">
                <a:moveTo>
                  <a:pt x="0" y="0"/>
                </a:moveTo>
                <a:lnTo>
                  <a:pt x="5710334" y="0"/>
                </a:lnTo>
                <a:lnTo>
                  <a:pt x="7974562" y="0"/>
                </a:lnTo>
                <a:lnTo>
                  <a:pt x="7974562" y="6857998"/>
                </a:lnTo>
                <a:lnTo>
                  <a:pt x="7697307" y="6857998"/>
                </a:lnTo>
                <a:lnTo>
                  <a:pt x="7697307" y="6477000"/>
                </a:lnTo>
                <a:lnTo>
                  <a:pt x="7439682" y="6477000"/>
                </a:lnTo>
                <a:lnTo>
                  <a:pt x="7439682" y="6857998"/>
                </a:lnTo>
                <a:lnTo>
                  <a:pt x="5710334" y="6857998"/>
                </a:lnTo>
                <a:lnTo>
                  <a:pt x="2521857" y="6857998"/>
                </a:lnTo>
                <a:lnTo>
                  <a:pt x="1477055" y="6857998"/>
                </a:lnTo>
                <a:close/>
              </a:path>
            </a:pathLst>
          </a:custGeom>
        </p:spPr>
        <p:txBody>
          <a:bodyPr rtlCol="0" wrap="square">
            <a:noAutofit/>
          </a:bodyPr>
          <a:lstStyle>
            <a:lvl1pPr indent="0" lvl="0" marL="0">
              <a:buNone/>
              <a:defRPr dirty="0" lang="en-US" sz="2000">
                <a:latin typeface="Source Sans Pro"/>
              </a:defRPr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4" name="Text Placeholder 7">
            <a:extLst>
              <a:ext uri="{36987DC5-8A4E-4008-945A-867D95E19193}">
                <a16:creationId xmlns:a16="http://schemas.microsoft.com/office/drawing/2010/main" id="{C9BE504C-CEA4-4376-8BED-B514E9D69D82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956557" y="3531365"/>
            <a:ext cx="2430237" cy="675446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600">
                <a:solidFill>
                  <a:schemeClr val="bg1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5" name="Rectangle 5">
            <a:extLst>
              <a:ext uri="{59E61EFF-2F34-4C9F-9732-6970344332B8}">
                <a16:creationId xmlns:a16="http://schemas.microsoft.com/office/drawing/2010/main" id="{C5482064-B5EF-47BB-93CE-8D68AFC49E63}"/>
              </a:ext>
            </a:extLst>
          </p:cNvPr>
          <p:cNvSpPr/>
          <p:nvPr userDrawn="1"/>
        </p:nvSpPr>
        <p:spPr>
          <a:xfrm rot="0">
            <a:off x="1042307" y="1536993"/>
            <a:ext cx="849085" cy="849085"/>
          </a:xfrm>
          <a:prstGeom prst="rect">
            <a:avLst/>
          </a:prstGeom>
          <a:noFill/>
          <a:ln>
            <a:solidFill>
              <a:srgbClr val="c2a83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grpSp>
        <p:nvGrpSpPr>
          <p:cNvPr id="6" name="Grupo 396">
            <a:extLst>
              <a:ext uri="{E5455FDF-5504-47FB-B903-4CBF5D754F45}">
                <a16:creationId xmlns:a16="http://schemas.microsoft.com/office/drawing/2010/main" id="{A9551F48-CF0F-49A4-988D-09FEF89E2B39}"/>
              </a:ext>
            </a:extLst>
          </p:cNvPr>
          <p:cNvGrpSpPr/>
          <p:nvPr/>
        </p:nvGrpSpPr>
        <p:grpSpPr>
          <a:xfrm rot="0">
            <a:off x="1305141" y="1799271"/>
            <a:ext cx="323417" cy="324528"/>
            <a:chOff x="1823781" y="1449968"/>
            <a:chExt cx="431223" cy="432705"/>
          </a:xfrm>
          <a:solidFill>
            <a:srgbClr val="c2a83e"/>
          </a:solidFill>
        </p:grpSpPr>
        <p:sp>
          <p:nvSpPr>
            <p:cNvPr id="7" name="Freeform 7273">
              <a:extLst>
                <a:ext uri="{3B57871E-6F93-4804-9570-6CA83444401F}">
                  <a16:creationId xmlns:a16="http://schemas.microsoft.com/office/drawing/2010/main" id="{ED8DF44C-719E-4654-AEB5-A91AF1078632}"/>
                </a:ext>
              </a:extLst>
            </p:cNvPr>
            <p:cNvSpPr/>
            <p:nvPr/>
          </p:nvSpPr>
          <p:spPr>
            <a:xfrm rot="0">
              <a:off x="1823781" y="1449968"/>
              <a:ext cx="431223" cy="432705"/>
            </a:xfrm>
            <a:custGeom>
              <a:avLst/>
              <a:gdLst/>
              <a:ahLst/>
              <a:cxnLst/>
              <a:rect b="b" l="0" r="r" t="0"/>
              <a:pathLst>
                <a:path h="432705" w="431223">
                  <a:moveTo>
                    <a:pt x="391213" y="40010"/>
                  </a:moveTo>
                  <a:lnTo>
                    <a:pt x="346757" y="40010"/>
                  </a:lnTo>
                  <a:lnTo>
                    <a:pt x="305264" y="51865"/>
                  </a:lnTo>
                  <a:lnTo>
                    <a:pt x="265254" y="72611"/>
                  </a:lnTo>
                  <a:lnTo>
                    <a:pt x="226725" y="100767"/>
                  </a:lnTo>
                  <a:lnTo>
                    <a:pt x="200052" y="136332"/>
                  </a:lnTo>
                  <a:lnTo>
                    <a:pt x="177824" y="176342"/>
                  </a:lnTo>
                  <a:lnTo>
                    <a:pt x="176342" y="180788"/>
                  </a:lnTo>
                  <a:lnTo>
                    <a:pt x="168933" y="185233"/>
                  </a:lnTo>
                  <a:lnTo>
                    <a:pt x="164487" y="188197"/>
                  </a:lnTo>
                  <a:lnTo>
                    <a:pt x="158560" y="188197"/>
                  </a:lnTo>
                  <a:lnTo>
                    <a:pt x="122995" y="185233"/>
                  </a:lnTo>
                  <a:lnTo>
                    <a:pt x="88912" y="197088"/>
                  </a:lnTo>
                  <a:lnTo>
                    <a:pt x="60757" y="214871"/>
                  </a:lnTo>
                  <a:lnTo>
                    <a:pt x="96321" y="216353"/>
                  </a:lnTo>
                  <a:lnTo>
                    <a:pt x="128922" y="228207"/>
                  </a:lnTo>
                  <a:lnTo>
                    <a:pt x="158560" y="245990"/>
                  </a:lnTo>
                  <a:lnTo>
                    <a:pt x="163005" y="250435"/>
                  </a:lnTo>
                  <a:lnTo>
                    <a:pt x="164487" y="254881"/>
                  </a:lnTo>
                  <a:lnTo>
                    <a:pt x="164487" y="259327"/>
                  </a:lnTo>
                  <a:lnTo>
                    <a:pt x="167451" y="265254"/>
                  </a:lnTo>
                  <a:lnTo>
                    <a:pt x="173378" y="268218"/>
                  </a:lnTo>
                  <a:lnTo>
                    <a:pt x="177824" y="268218"/>
                  </a:lnTo>
                  <a:lnTo>
                    <a:pt x="182270" y="269700"/>
                  </a:lnTo>
                  <a:lnTo>
                    <a:pt x="186715" y="274145"/>
                  </a:lnTo>
                  <a:lnTo>
                    <a:pt x="204498" y="305264"/>
                  </a:lnTo>
                  <a:lnTo>
                    <a:pt x="216352" y="336384"/>
                  </a:lnTo>
                  <a:lnTo>
                    <a:pt x="217834" y="371948"/>
                  </a:lnTo>
                  <a:lnTo>
                    <a:pt x="235617" y="343793"/>
                  </a:lnTo>
                  <a:lnTo>
                    <a:pt x="247472" y="309710"/>
                  </a:lnTo>
                  <a:lnTo>
                    <a:pt x="244508" y="274145"/>
                  </a:lnTo>
                  <a:lnTo>
                    <a:pt x="244508" y="268218"/>
                  </a:lnTo>
                  <a:lnTo>
                    <a:pt x="247472" y="263772"/>
                  </a:lnTo>
                  <a:lnTo>
                    <a:pt x="251917" y="256363"/>
                  </a:lnTo>
                  <a:lnTo>
                    <a:pt x="256363" y="254881"/>
                  </a:lnTo>
                  <a:lnTo>
                    <a:pt x="296373" y="232653"/>
                  </a:lnTo>
                  <a:lnTo>
                    <a:pt x="328974" y="205979"/>
                  </a:lnTo>
                  <a:lnTo>
                    <a:pt x="360093" y="167451"/>
                  </a:lnTo>
                  <a:lnTo>
                    <a:pt x="380840" y="127441"/>
                  </a:lnTo>
                  <a:lnTo>
                    <a:pt x="391213" y="82985"/>
                  </a:lnTo>
                  <a:lnTo>
                    <a:pt x="391213" y="40010"/>
                  </a:lnTo>
                  <a:close/>
                  <a:moveTo>
                    <a:pt x="371948" y="0"/>
                  </a:moveTo>
                  <a:lnTo>
                    <a:pt x="411959" y="4446"/>
                  </a:lnTo>
                  <a:lnTo>
                    <a:pt x="417886" y="7409"/>
                  </a:lnTo>
                  <a:lnTo>
                    <a:pt x="425296" y="13337"/>
                  </a:lnTo>
                  <a:lnTo>
                    <a:pt x="426777" y="20746"/>
                  </a:lnTo>
                  <a:lnTo>
                    <a:pt x="431223" y="65202"/>
                  </a:lnTo>
                  <a:lnTo>
                    <a:pt x="425296" y="109658"/>
                  </a:lnTo>
                  <a:lnTo>
                    <a:pt x="411959" y="154114"/>
                  </a:lnTo>
                  <a:lnTo>
                    <a:pt x="386767" y="194124"/>
                  </a:lnTo>
                  <a:lnTo>
                    <a:pt x="358612" y="232653"/>
                  </a:lnTo>
                  <a:lnTo>
                    <a:pt x="323047" y="260808"/>
                  </a:lnTo>
                  <a:lnTo>
                    <a:pt x="284518" y="283036"/>
                  </a:lnTo>
                  <a:lnTo>
                    <a:pt x="284518" y="314156"/>
                  </a:lnTo>
                  <a:lnTo>
                    <a:pt x="275627" y="345275"/>
                  </a:lnTo>
                  <a:lnTo>
                    <a:pt x="262290" y="374912"/>
                  </a:lnTo>
                  <a:lnTo>
                    <a:pt x="243026" y="401586"/>
                  </a:lnTo>
                  <a:lnTo>
                    <a:pt x="220798" y="419368"/>
                  </a:lnTo>
                  <a:lnTo>
                    <a:pt x="195606" y="432705"/>
                  </a:lnTo>
                  <a:lnTo>
                    <a:pt x="189679" y="432705"/>
                  </a:lnTo>
                  <a:lnTo>
                    <a:pt x="182270" y="432705"/>
                  </a:lnTo>
                  <a:lnTo>
                    <a:pt x="176342" y="428259"/>
                  </a:lnTo>
                  <a:lnTo>
                    <a:pt x="171896" y="420850"/>
                  </a:lnTo>
                  <a:lnTo>
                    <a:pt x="168933" y="414923"/>
                  </a:lnTo>
                  <a:lnTo>
                    <a:pt x="171896" y="406031"/>
                  </a:lnTo>
                  <a:lnTo>
                    <a:pt x="180788" y="371948"/>
                  </a:lnTo>
                  <a:lnTo>
                    <a:pt x="176342" y="336384"/>
                  </a:lnTo>
                  <a:lnTo>
                    <a:pt x="163005" y="303783"/>
                  </a:lnTo>
                  <a:lnTo>
                    <a:pt x="146705" y="300819"/>
                  </a:lnTo>
                  <a:lnTo>
                    <a:pt x="137814" y="299337"/>
                  </a:lnTo>
                  <a:lnTo>
                    <a:pt x="133368" y="294891"/>
                  </a:lnTo>
                  <a:lnTo>
                    <a:pt x="131886" y="287482"/>
                  </a:lnTo>
                  <a:lnTo>
                    <a:pt x="128922" y="269700"/>
                  </a:lnTo>
                  <a:lnTo>
                    <a:pt x="96321" y="256363"/>
                  </a:lnTo>
                  <a:lnTo>
                    <a:pt x="60757" y="251917"/>
                  </a:lnTo>
                  <a:lnTo>
                    <a:pt x="26674" y="260808"/>
                  </a:lnTo>
                  <a:lnTo>
                    <a:pt x="17782" y="263772"/>
                  </a:lnTo>
                  <a:lnTo>
                    <a:pt x="11855" y="260808"/>
                  </a:lnTo>
                  <a:lnTo>
                    <a:pt x="4446" y="256363"/>
                  </a:lnTo>
                  <a:lnTo>
                    <a:pt x="0" y="250435"/>
                  </a:lnTo>
                  <a:lnTo>
                    <a:pt x="0" y="243026"/>
                  </a:lnTo>
                  <a:lnTo>
                    <a:pt x="0" y="237099"/>
                  </a:lnTo>
                  <a:lnTo>
                    <a:pt x="13337" y="211907"/>
                  </a:lnTo>
                  <a:lnTo>
                    <a:pt x="31119" y="189679"/>
                  </a:lnTo>
                  <a:lnTo>
                    <a:pt x="57793" y="170415"/>
                  </a:lnTo>
                  <a:lnTo>
                    <a:pt x="84466" y="157078"/>
                  </a:lnTo>
                  <a:lnTo>
                    <a:pt x="115586" y="148187"/>
                  </a:lnTo>
                  <a:lnTo>
                    <a:pt x="149668" y="148187"/>
                  </a:lnTo>
                  <a:lnTo>
                    <a:pt x="171896" y="109658"/>
                  </a:lnTo>
                  <a:lnTo>
                    <a:pt x="200052" y="74093"/>
                  </a:lnTo>
                  <a:lnTo>
                    <a:pt x="238580" y="42974"/>
                  </a:lnTo>
                  <a:lnTo>
                    <a:pt x="280073" y="20746"/>
                  </a:lnTo>
                  <a:lnTo>
                    <a:pt x="324529" y="7409"/>
                  </a:lnTo>
                  <a:lnTo>
                    <a:pt x="3719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8" name="Freeform 7274">
              <a:extLst>
                <a:ext uri="{2C1CF618-14DC-4307-A31E-45567CE7F0F0}">
                  <a16:creationId xmlns:a16="http://schemas.microsoft.com/office/drawing/2010/main" id="{D41D7570-DFF0-40E8-AD84-B8BCC1519581}"/>
                </a:ext>
              </a:extLst>
            </p:cNvPr>
            <p:cNvSpPr/>
            <p:nvPr/>
          </p:nvSpPr>
          <p:spPr>
            <a:xfrm rot="0">
              <a:off x="2084589" y="1527025"/>
              <a:ext cx="94839" cy="93358"/>
            </a:xfrm>
            <a:custGeom>
              <a:avLst/>
              <a:gdLst/>
              <a:ahLst/>
              <a:cxnLst/>
              <a:rect b="b" l="0" r="r" t="0"/>
              <a:pathLst>
                <a:path h="93358" w="94839">
                  <a:moveTo>
                    <a:pt x="48901" y="17782"/>
                  </a:moveTo>
                  <a:lnTo>
                    <a:pt x="40010" y="19264"/>
                  </a:lnTo>
                  <a:lnTo>
                    <a:pt x="32601" y="22228"/>
                  </a:lnTo>
                  <a:lnTo>
                    <a:pt x="28155" y="26674"/>
                  </a:lnTo>
                  <a:lnTo>
                    <a:pt x="19264" y="40011"/>
                  </a:lnTo>
                  <a:lnTo>
                    <a:pt x="19264" y="53347"/>
                  </a:lnTo>
                  <a:lnTo>
                    <a:pt x="28155" y="66684"/>
                  </a:lnTo>
                  <a:lnTo>
                    <a:pt x="41492" y="72612"/>
                  </a:lnTo>
                  <a:lnTo>
                    <a:pt x="54829" y="72612"/>
                  </a:lnTo>
                  <a:lnTo>
                    <a:pt x="68166" y="66684"/>
                  </a:lnTo>
                  <a:lnTo>
                    <a:pt x="72611" y="62239"/>
                  </a:lnTo>
                  <a:lnTo>
                    <a:pt x="75575" y="53347"/>
                  </a:lnTo>
                  <a:lnTo>
                    <a:pt x="77057" y="45938"/>
                  </a:lnTo>
                  <a:lnTo>
                    <a:pt x="75575" y="40011"/>
                  </a:lnTo>
                  <a:lnTo>
                    <a:pt x="72611" y="32601"/>
                  </a:lnTo>
                  <a:lnTo>
                    <a:pt x="68166" y="26674"/>
                  </a:lnTo>
                  <a:lnTo>
                    <a:pt x="62238" y="22228"/>
                  </a:lnTo>
                  <a:lnTo>
                    <a:pt x="54829" y="19264"/>
                  </a:lnTo>
                  <a:lnTo>
                    <a:pt x="48901" y="17782"/>
                  </a:lnTo>
                  <a:close/>
                  <a:moveTo>
                    <a:pt x="48901" y="0"/>
                  </a:moveTo>
                  <a:lnTo>
                    <a:pt x="66684" y="1482"/>
                  </a:lnTo>
                  <a:lnTo>
                    <a:pt x="81502" y="13337"/>
                  </a:lnTo>
                  <a:lnTo>
                    <a:pt x="88912" y="19264"/>
                  </a:lnTo>
                  <a:lnTo>
                    <a:pt x="93357" y="28156"/>
                  </a:lnTo>
                  <a:lnTo>
                    <a:pt x="94839" y="37047"/>
                  </a:lnTo>
                  <a:lnTo>
                    <a:pt x="94839" y="45938"/>
                  </a:lnTo>
                  <a:lnTo>
                    <a:pt x="94839" y="54829"/>
                  </a:lnTo>
                  <a:lnTo>
                    <a:pt x="93357" y="63721"/>
                  </a:lnTo>
                  <a:lnTo>
                    <a:pt x="88912" y="72612"/>
                  </a:lnTo>
                  <a:lnTo>
                    <a:pt x="81502" y="80021"/>
                  </a:lnTo>
                  <a:lnTo>
                    <a:pt x="75575" y="85949"/>
                  </a:lnTo>
                  <a:lnTo>
                    <a:pt x="66684" y="90394"/>
                  </a:lnTo>
                  <a:lnTo>
                    <a:pt x="57793" y="93358"/>
                  </a:lnTo>
                  <a:lnTo>
                    <a:pt x="48901" y="93358"/>
                  </a:lnTo>
                  <a:lnTo>
                    <a:pt x="40010" y="93358"/>
                  </a:lnTo>
                  <a:lnTo>
                    <a:pt x="31119" y="90394"/>
                  </a:lnTo>
                  <a:lnTo>
                    <a:pt x="22228" y="85949"/>
                  </a:lnTo>
                  <a:lnTo>
                    <a:pt x="14819" y="80021"/>
                  </a:lnTo>
                  <a:lnTo>
                    <a:pt x="4446" y="63721"/>
                  </a:lnTo>
                  <a:lnTo>
                    <a:pt x="0" y="45938"/>
                  </a:lnTo>
                  <a:lnTo>
                    <a:pt x="4446" y="28156"/>
                  </a:lnTo>
                  <a:lnTo>
                    <a:pt x="14819" y="13337"/>
                  </a:lnTo>
                  <a:lnTo>
                    <a:pt x="31119" y="1482"/>
                  </a:lnTo>
                  <a:lnTo>
                    <a:pt x="489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9" name="Freeform 7275">
              <a:extLst>
                <a:ext uri="{0A109379-C5BA-4C3F-A9F8-E649D3C1115D}">
                  <a16:creationId xmlns:a16="http://schemas.microsoft.com/office/drawing/2010/main" id="{A083FFC5-EF67-4FBA-9DB7-0626567D6C89}"/>
                </a:ext>
              </a:extLst>
            </p:cNvPr>
            <p:cNvSpPr/>
            <p:nvPr/>
          </p:nvSpPr>
          <p:spPr>
            <a:xfrm rot="0">
              <a:off x="1888983" y="1695958"/>
              <a:ext cx="121513" cy="121513"/>
            </a:xfrm>
            <a:custGeom>
              <a:avLst/>
              <a:gdLst/>
              <a:ahLst/>
              <a:cxnLst/>
              <a:rect b="b" l="0" r="r" t="0"/>
              <a:pathLst>
                <a:path h="121513" w="121513">
                  <a:moveTo>
                    <a:pt x="48902" y="0"/>
                  </a:moveTo>
                  <a:lnTo>
                    <a:pt x="53347" y="1482"/>
                  </a:lnTo>
                  <a:lnTo>
                    <a:pt x="54829" y="5927"/>
                  </a:lnTo>
                  <a:lnTo>
                    <a:pt x="54829" y="10373"/>
                  </a:lnTo>
                  <a:lnTo>
                    <a:pt x="53347" y="14819"/>
                  </a:lnTo>
                  <a:lnTo>
                    <a:pt x="32601" y="41492"/>
                  </a:lnTo>
                  <a:lnTo>
                    <a:pt x="22228" y="71130"/>
                  </a:lnTo>
                  <a:lnTo>
                    <a:pt x="19264" y="102249"/>
                  </a:lnTo>
                  <a:lnTo>
                    <a:pt x="50383" y="99285"/>
                  </a:lnTo>
                  <a:lnTo>
                    <a:pt x="80021" y="88912"/>
                  </a:lnTo>
                  <a:lnTo>
                    <a:pt x="106694" y="68166"/>
                  </a:lnTo>
                  <a:lnTo>
                    <a:pt x="111140" y="66684"/>
                  </a:lnTo>
                  <a:lnTo>
                    <a:pt x="115586" y="66684"/>
                  </a:lnTo>
                  <a:lnTo>
                    <a:pt x="120031" y="68166"/>
                  </a:lnTo>
                  <a:lnTo>
                    <a:pt x="121513" y="72611"/>
                  </a:lnTo>
                  <a:lnTo>
                    <a:pt x="121513" y="77057"/>
                  </a:lnTo>
                  <a:lnTo>
                    <a:pt x="120031" y="81503"/>
                  </a:lnTo>
                  <a:lnTo>
                    <a:pt x="93358" y="103731"/>
                  </a:lnTo>
                  <a:lnTo>
                    <a:pt x="59275" y="117067"/>
                  </a:lnTo>
                  <a:lnTo>
                    <a:pt x="28155" y="121513"/>
                  </a:lnTo>
                  <a:lnTo>
                    <a:pt x="8891" y="120031"/>
                  </a:lnTo>
                  <a:lnTo>
                    <a:pt x="5927" y="120031"/>
                  </a:lnTo>
                  <a:lnTo>
                    <a:pt x="1482" y="115586"/>
                  </a:lnTo>
                  <a:lnTo>
                    <a:pt x="1482" y="112622"/>
                  </a:lnTo>
                  <a:lnTo>
                    <a:pt x="0" y="81503"/>
                  </a:lnTo>
                  <a:lnTo>
                    <a:pt x="5927" y="53347"/>
                  </a:lnTo>
                  <a:lnTo>
                    <a:pt x="19264" y="26674"/>
                  </a:lnTo>
                  <a:lnTo>
                    <a:pt x="40010" y="1482"/>
                  </a:lnTo>
                  <a:lnTo>
                    <a:pt x="44456" y="0"/>
                  </a:lnTo>
                  <a:lnTo>
                    <a:pt x="489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cxnSp>
        <p:nvCxnSpPr>
          <p:cNvPr id="10" name="Straight Connector 10">
            <a:extLst>
              <a:ext uri="{D9490814-5080-466B-874E-78A3CF7365B5}">
                <a16:creationId xmlns:a16="http://schemas.microsoft.com/office/drawing/2010/main" id="{B8B32D22-01F9-448E-85F1-CFA51D3219F3}"/>
              </a:ext>
            </a:extLst>
          </p:cNvPr>
          <p:cNvCxnSpPr/>
          <p:nvPr/>
        </p:nvCxnSpPr>
        <p:spPr>
          <a:xfrm rot="0">
            <a:off x="642257" y="1536993"/>
            <a:ext cx="0" cy="24791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hidden="false" id="11" name="Title 1">
            <a:extLst>
              <a:ext uri="{DA2E4359-7052-4B71-BF85-932387DE4522}">
                <a16:creationId xmlns:a16="http://schemas.microsoft.com/office/drawing/2010/main" id="{2DC0D772-4672-4CE9-B8CB-3C5C28955EB6}"/>
              </a:ext>
            </a:extLst>
          </p:cNvPr>
          <p:cNvSpPr>
            <a:spLocks noGrp="true"/>
          </p:cNvSpPr>
          <p:nvPr>
            <p:ph idx="2" type="title"/>
          </p:nvPr>
        </p:nvSpPr>
        <p:spPr>
          <a:xfrm rot="0">
            <a:off x="966111" y="2466975"/>
            <a:ext cx="2430235" cy="994172"/>
          </a:xfrm>
        </p:spPr>
        <p:txBody>
          <a:bodyPr rtlCol="0">
            <a:noAutofit/>
          </a:bodyPr>
          <a:lstStyle>
            <a:lvl1pPr lvl="0">
              <a:lnSpc>
                <a:spcPct val="100000"/>
              </a:lnSpc>
              <a:defRPr dirty="0" lang="en-US" sz="2800">
                <a:solidFill>
                  <a:schemeClr val="bg2"/>
                </a:solidFill>
              </a:defRPr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12" name="Slide Number Placeholder 1">
            <a:extLst>
              <a:ext uri="{6F2226D1-5244-4B4F-A96A-020D453D2E73}">
                <a16:creationId xmlns:a16="http://schemas.microsoft.com/office/drawing/2010/main" id="{73541560-6AA9-41CB-BC18-3ADC4E5505EC}"/>
              </a:ext>
            </a:extLst>
          </p:cNvPr>
          <p:cNvSpPr>
            <a:spLocks noGrp="true"/>
          </p:cNvSpPr>
          <p:nvPr>
            <p:ph idx="3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3" name="Footer Placeholder 1">
            <a:extLst>
              <a:ext uri="{20179099-71EA-4923-A09A-74930CE0BE87}">
                <a16:creationId xmlns:a16="http://schemas.microsoft.com/office/drawing/2010/main" id="{6171818B-225F-4734-8DCF-4B8551386613}"/>
              </a:ext>
            </a:extLst>
          </p:cNvPr>
          <p:cNvSpPr>
            <a:spLocks noGrp="true"/>
          </p:cNvSpPr>
          <p:nvPr>
            <p:ph idx="4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4" name="Date Placeholder 1">
            <a:extLst>
              <a:ext uri="{1C0870F6-0FFC-44EF-A0DD-F5CB33621C03}">
                <a16:creationId xmlns:a16="http://schemas.microsoft.com/office/drawing/2010/main" id="{E8AF7E5F-680F-414F-92E8-0612A7BF3B8B}"/>
              </a:ext>
            </a:extLst>
          </p:cNvPr>
          <p:cNvSpPr>
            <a:spLocks noGrp="true"/>
          </p:cNvSpPr>
          <p:nvPr>
            <p:ph idx="5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F3081484-1692-4E14-BFED-BD8179A46484}">
        <p14:creationId xmlns:p14="http://schemas.microsoft.com/office/powerpoint/2010/main" val="1746389016615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Pie 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4">
            <a:extLst>
              <a:ext uri="{559F45E9-F938-46C9-8A58-1D4526AFB902}">
                <a16:creationId xmlns:a16="http://schemas.microsoft.com/office/drawing/2010/main" id="{0A7505FB-62C9-4080-A6D2-242C1F9B4710}"/>
              </a:ext>
            </a:extLst>
          </p:cNvPr>
          <p:cNvSpPr/>
          <p:nvPr userDrawn="1"/>
        </p:nvSpPr>
        <p:spPr>
          <a:xfrm rot="0">
            <a:off x="0" y="0"/>
            <a:ext cx="4490960" cy="5143499"/>
          </a:xfrm>
          <a:custGeom>
            <a:avLst/>
            <a:gdLst/>
            <a:ahLst/>
            <a:cxnLst/>
            <a:rect b="b" l="0" r="r" t="0"/>
            <a:pathLst>
              <a:path h="6857999" w="5987948">
                <a:moveTo>
                  <a:pt x="0" y="0"/>
                </a:moveTo>
                <a:lnTo>
                  <a:pt x="3609381" y="0"/>
                </a:lnTo>
                <a:lnTo>
                  <a:pt x="598794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cxnSp>
        <p:nvCxnSpPr>
          <p:cNvPr id="3" name="Straight Connector 8">
            <a:extLst>
              <a:ext uri="{511202DB-C4EA-48BA-9C25-710D234929BF}">
                <a16:creationId xmlns:a16="http://schemas.microsoft.com/office/drawing/2010/main" id="{3565BAF5-7D7A-47B5-9935-042813FBD4D9}"/>
              </a:ext>
            </a:extLst>
          </p:cNvPr>
          <p:cNvCxnSpPr/>
          <p:nvPr/>
        </p:nvCxnSpPr>
        <p:spPr>
          <a:xfrm rot="0">
            <a:off x="421821" y="2455487"/>
            <a:ext cx="0" cy="2133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hidden="false" id="4" name="Title 1">
            <a:extLst>
              <a:ext uri="{9DFED9C7-B887-403B-8C2F-BC466A88CF37}">
                <a16:creationId xmlns:a16="http://schemas.microsoft.com/office/drawing/2010/main" id="{BE8A8511-7FE1-4431-8C49-92F6E24A4508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421824" y="1130265"/>
            <a:ext cx="2552054" cy="983345"/>
          </a:xfrm>
        </p:spPr>
        <p:txBody>
          <a:bodyPr rtlCol="0">
            <a:noAutofit/>
          </a:bodyPr>
          <a:lstStyle>
            <a:lvl1pPr lvl="0">
              <a:lnSpc>
                <a:spcPct val="100000"/>
              </a:lnSpc>
              <a:defRPr dirty="0" lang="en-US" sz="2800">
                <a:solidFill>
                  <a:schemeClr val="bg2"/>
                </a:solidFill>
              </a:defRPr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5" name="Text Placeholder 7">
            <a:extLst>
              <a:ext uri="{77C27BA7-1FBB-4078-9E42-E71DE04AEC2F}">
                <a16:creationId xmlns:a16="http://schemas.microsoft.com/office/drawing/2010/main" id="{A50219C2-A9E0-430A-8479-27EC2FCF2434}"/>
              </a:ext>
            </a:extLst>
          </p:cNvPr>
          <p:cNvSpPr>
            <a:spLocks noGrp="true"/>
          </p:cNvSpPr>
          <p:nvPr>
            <p:ph idx="11" type="body"/>
          </p:nvPr>
        </p:nvSpPr>
        <p:spPr>
          <a:xfrm rot="0">
            <a:off x="597354" y="2422831"/>
            <a:ext cx="2376517" cy="2286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chemeClr val="bg1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hidden="false" id="6" name="">
            <a:extLst>
              <a:ext uri="{F832DAF5-77B4-4618-9354-8575D14BEEE7}">
                <a16:creationId xmlns:a16="http://schemas.microsoft.com/office/drawing/2010/main" id="{DE0ABBE2-75CF-4C2E-8540-51FA029F89EB}"/>
              </a:ext>
            </a:extLst>
          </p:cNvPr>
          <p:cNvSpPr>
            <a:spLocks noChangeAspect="true"/>
          </p:cNvSpPr>
          <p:nvPr>
            <p:ph idx="12"/>
          </p:nvPr>
        </p:nvSpPr>
        <p:spPr>
          <a:xfrm flipH="false" flipV="false" rot="0">
            <a:off x="4739131" y="647742"/>
            <a:ext cx="3763459" cy="3853196"/>
          </a:xfrm>
          <a:prstGeom prst="rect">
            <a:avLst/>
          </a:prstGeom>
        </p:spPr>
        <p:txBody>
          <a:bodyPr bIns="0" lIns="0" rIns="0" rtlCol="0" tIns="0" vert="horz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7" name="Slide Number Placeholder 1">
            <a:extLst>
              <a:ext uri="{1F5502F5-1CE0-4670-9898-9CC1FDE49E74}">
                <a16:creationId xmlns:a16="http://schemas.microsoft.com/office/drawing/2010/main" id="{FAFA1AE9-BBF6-460D-8B07-3C09CFA11B87}"/>
              </a:ext>
            </a:extLst>
          </p:cNvPr>
          <p:cNvSpPr>
            <a:spLocks noGrp="true"/>
          </p:cNvSpPr>
          <p:nvPr>
            <p:ph idx="13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48D21123-4F83-4B7A-9585-FD9F75F9E2EA}" type="slidenum"/>
            <a:endParaRPr dirty="0" lang="en-US"/>
          </a:p>
        </p:txBody>
      </p:sp>
      <p:sp>
        <p:nvSpPr>
          <p:cNvPr hidden="false" id="8" name="Footer Placeholder 1">
            <a:extLst>
              <a:ext uri="{2A91849D-4DE8-4C33-9317-E086E15DB43A}">
                <a16:creationId xmlns:a16="http://schemas.microsoft.com/office/drawing/2010/main" id="{19D19D03-3ABD-4A0B-8591-2A25995F69E9}"/>
              </a:ext>
            </a:extLst>
          </p:cNvPr>
          <p:cNvSpPr>
            <a:spLocks noGrp="true"/>
          </p:cNvSpPr>
          <p:nvPr>
            <p:ph idx="14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 Message</a:t>
            </a:r>
            <a:endParaRPr dirty="0" lang="en-US"/>
          </a:p>
        </p:txBody>
      </p:sp>
      <p:sp>
        <p:nvSpPr>
          <p:cNvPr hidden="false" id="9" name="Date Placeholder 1">
            <a:extLst>
              <a:ext uri="{E44AC046-B5D1-48B4-9E3F-29A2526CE922}">
                <a16:creationId xmlns:a16="http://schemas.microsoft.com/office/drawing/2010/main" id="{1F4DE887-FE1A-4313-A2E4-D2277C711BBD}"/>
              </a:ext>
            </a:extLst>
          </p:cNvPr>
          <p:cNvSpPr>
            <a:spLocks noGrp="true"/>
          </p:cNvSpPr>
          <p:nvPr>
            <p:ph idx="15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/>
            <a:fld id="{9EC01E86-FCE1-4FD4-A8D0-FE2812BC3A45}" type="datetime4">
              <a:t>May 5, 2025</a:t>
            </a:fld>
            <a:endParaRPr dirty="0" lang="en-US"/>
          </a:p>
        </p:txBody>
      </p:sp>
    </p:spTree>
    <p:extLst>
      <p:ext uri="{73ACC20A-832F-4B93-9606-4B5E47D63C83}">
        <p14:creationId xmlns:p14="http://schemas.microsoft.com/office/powerpoint/2010/main" val="1746389016617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Swo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21730312-2416-4238-A535-210BC644F853}">
                <a16:creationId xmlns:a16="http://schemas.microsoft.com/office/drawing/2010/main" id="{62A6978C-FB35-4680-9601-C045A6B165F6}"/>
              </a:ext>
            </a:extLst>
          </p:cNvPr>
          <p:cNvSpPr/>
          <p:nvPr userDrawn="1"/>
        </p:nvSpPr>
        <p:spPr>
          <a:xfrm rot="0">
            <a:off x="287919" y="1514849"/>
            <a:ext cx="2040038" cy="2981914"/>
          </a:xfrm>
          <a:prstGeom prst="rect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3" name="Rectangle 4">
            <a:extLst>
              <a:ext uri="{45E9E097-CBB3-49AD-951D-58C830E397B5}">
                <a16:creationId xmlns:a16="http://schemas.microsoft.com/office/drawing/2010/main" id="{22EC0CC6-2E38-45BE-B32F-843103F418E6}"/>
              </a:ext>
            </a:extLst>
          </p:cNvPr>
          <p:cNvSpPr/>
          <p:nvPr userDrawn="1"/>
        </p:nvSpPr>
        <p:spPr>
          <a:xfrm rot="0">
            <a:off x="2463960" y="1514849"/>
            <a:ext cx="2040038" cy="2981914"/>
          </a:xfrm>
          <a:prstGeom prst="rect">
            <a:avLst/>
          </a:prstGeom>
          <a:solidFill>
            <a:srgbClr val="7ca9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4" name="Rectangle 5">
            <a:extLst>
              <a:ext uri="{3B6F0E84-4CF7-4738-90A9-EBE0DC5BE4EB}">
                <a16:creationId xmlns:a16="http://schemas.microsoft.com/office/drawing/2010/main" id="{35402F4D-5D35-465E-879C-936388BEDDF3}"/>
              </a:ext>
            </a:extLst>
          </p:cNvPr>
          <p:cNvSpPr/>
          <p:nvPr userDrawn="1"/>
        </p:nvSpPr>
        <p:spPr>
          <a:xfrm rot="0">
            <a:off x="4640001" y="1514849"/>
            <a:ext cx="2040038" cy="2981914"/>
          </a:xfrm>
          <a:prstGeom prst="rect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5" name="Rectangle 6">
            <a:extLst>
              <a:ext uri="{B6075FDC-9175-407A-B587-6F8A910F7C71}">
                <a16:creationId xmlns:a16="http://schemas.microsoft.com/office/drawing/2010/main" id="{BD0B4AEA-5EE4-46D0-9E22-3043EA0D1F63}"/>
              </a:ext>
            </a:extLst>
          </p:cNvPr>
          <p:cNvSpPr/>
          <p:nvPr userDrawn="1"/>
        </p:nvSpPr>
        <p:spPr>
          <a:xfrm rot="0">
            <a:off x="6816042" y="1514846"/>
            <a:ext cx="2040038" cy="2981914"/>
          </a:xfrm>
          <a:prstGeom prst="rect">
            <a:avLst/>
          </a:prstGeom>
          <a:solidFill>
            <a:srgbClr val="7ca9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6" name="Text Placeholder 7">
            <a:extLst>
              <a:ext uri="{CB0C06BD-FF4E-4E79-9771-BDEECAD86834}">
                <a16:creationId xmlns:a16="http://schemas.microsoft.com/office/drawing/2010/main" id="{DB518D98-6314-401E-801C-224D2E562D6C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534556" y="2671368"/>
            <a:ext cx="1546764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1400">
                <a:solidFill>
                  <a:srgbClr val="c2a83e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Strengths</a:t>
            </a:r>
            <a:endParaRPr dirty="0" lang="en-US"/>
          </a:p>
        </p:txBody>
      </p:sp>
      <p:sp>
        <p:nvSpPr>
          <p:cNvPr id="7" name="Text Placeholder 7">
            <a:extLst>
              <a:ext uri="{3C4C57A0-1CC6-4B2B-BFB3-D7D8C93C6866}">
                <a16:creationId xmlns:a16="http://schemas.microsoft.com/office/drawing/2010/main" id="{D74817BB-9108-43BE-8E87-FD7B1A065942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534552" y="3142516"/>
            <a:ext cx="1546764" cy="109537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0" baseline="0" dirty="0" lang="en-US" sz="1200">
                <a:solidFill>
                  <a:schemeClr val="bg1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cxnSp>
        <p:nvCxnSpPr>
          <p:cNvPr id="8" name="Straight Connector 16">
            <a:extLst>
              <a:ext uri="{D379503D-B3B7-485C-86C8-9A76F33110A7}">
                <a16:creationId xmlns:a16="http://schemas.microsoft.com/office/drawing/2010/main" id="{A1687852-8B99-4DBF-8B52-734F5F05A107}"/>
              </a:ext>
            </a:extLst>
          </p:cNvPr>
          <p:cNvCxnSpPr/>
          <p:nvPr/>
        </p:nvCxnSpPr>
        <p:spPr>
          <a:xfrm rot="0">
            <a:off x="1229357" y="3024666"/>
            <a:ext cx="157162" cy="0"/>
          </a:xfrm>
          <a:prstGeom prst="line">
            <a:avLst/>
          </a:prstGeom>
          <a:ln w="5080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7">
            <a:extLst>
              <a:ext uri="{4D043DE6-3735-4F7E-901E-DA8BA7C35D29}">
                <a16:creationId xmlns:a16="http://schemas.microsoft.com/office/drawing/2010/main" id="{4EB6F3AD-2D2E-4EDF-8363-731AE50AD59C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2710597" y="2671368"/>
            <a:ext cx="1546764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1400">
                <a:solidFill>
                  <a:srgbClr val="243e3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Weaknesses</a:t>
            </a:r>
            <a:endParaRPr dirty="0" lang="en-US"/>
          </a:p>
        </p:txBody>
      </p:sp>
      <p:sp>
        <p:nvSpPr>
          <p:cNvPr id="10" name="Text Placeholder 7">
            <a:extLst>
              <a:ext uri="{3366968C-0962-42AF-91F0-CA312C30F3DC}">
                <a16:creationId xmlns:a16="http://schemas.microsoft.com/office/drawing/2010/main" id="{9D3ED9E5-F39F-45A9-AD32-13F81B987771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2710595" y="3142516"/>
            <a:ext cx="1546764" cy="109537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cxnSp>
        <p:nvCxnSpPr>
          <p:cNvPr id="11" name="Straight Connector 19">
            <a:extLst>
              <a:ext uri="{85039949-11E1-4842-8774-2A172EF9FDB3}">
                <a16:creationId xmlns:a16="http://schemas.microsoft.com/office/drawing/2010/main" id="{3513DF93-0F90-49FA-BDD0-2E7AC443CEF4}"/>
              </a:ext>
            </a:extLst>
          </p:cNvPr>
          <p:cNvCxnSpPr/>
          <p:nvPr/>
        </p:nvCxnSpPr>
        <p:spPr>
          <a:xfrm rot="0">
            <a:off x="3405398" y="3024666"/>
            <a:ext cx="157162" cy="0"/>
          </a:xfrm>
          <a:prstGeom prst="line">
            <a:avLst/>
          </a:prstGeom>
          <a:ln w="50800">
            <a:solidFill>
              <a:srgbClr val="243e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A8E8931B-244D-4401-A49F-E51F531FF1D3}">
                <a16:creationId xmlns:a16="http://schemas.microsoft.com/office/drawing/2010/main" id="{EB99072D-89DF-46A7-9EBB-4AFF1BDE63DD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4886638" y="2671368"/>
            <a:ext cx="1546764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1400">
                <a:solidFill>
                  <a:srgbClr val="c2a83e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Opportunities</a:t>
            </a:r>
            <a:endParaRPr dirty="0" lang="en-US"/>
          </a:p>
        </p:txBody>
      </p:sp>
      <p:sp>
        <p:nvSpPr>
          <p:cNvPr id="13" name="Text Placeholder 7">
            <a:extLst>
              <a:ext uri="{E8E8697F-9CAA-47FA-ABC0-5CA631F2CEDE}">
                <a16:creationId xmlns:a16="http://schemas.microsoft.com/office/drawing/2010/main" id="{9316C6B2-E107-4B4E-A4A0-717AEF788EEA}"/>
              </a:ext>
            </a:extLst>
          </p:cNvPr>
          <p:cNvSpPr>
            <a:spLocks noGrp="true"/>
          </p:cNvSpPr>
          <p:nvPr>
            <p:ph idx="5" type="body"/>
          </p:nvPr>
        </p:nvSpPr>
        <p:spPr>
          <a:xfrm rot="0">
            <a:off x="4886639" y="3142516"/>
            <a:ext cx="1546764" cy="109537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chemeClr val="bg1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cxnSp>
        <p:nvCxnSpPr>
          <p:cNvPr id="14" name="Straight Connector 22">
            <a:extLst>
              <a:ext uri="{BC113B42-94E9-40F1-89C5-4FDD0A3A3640}">
                <a16:creationId xmlns:a16="http://schemas.microsoft.com/office/drawing/2010/main" id="{7C728908-1C4C-414D-921E-8E931F4AB3ED}"/>
              </a:ext>
            </a:extLst>
          </p:cNvPr>
          <p:cNvCxnSpPr/>
          <p:nvPr/>
        </p:nvCxnSpPr>
        <p:spPr>
          <a:xfrm rot="0">
            <a:off x="5581439" y="3024666"/>
            <a:ext cx="157162" cy="0"/>
          </a:xfrm>
          <a:prstGeom prst="line">
            <a:avLst/>
          </a:prstGeom>
          <a:ln w="5080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7">
            <a:extLst>
              <a:ext uri="{65E23BDD-2F80-48CB-8C22-B0ADFC0EFFDB}">
                <a16:creationId xmlns:a16="http://schemas.microsoft.com/office/drawing/2010/main" id="{AE4BD3AF-5EA9-40C4-96BB-91744E146F7F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7062682" y="2671372"/>
            <a:ext cx="1546764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1400">
                <a:solidFill>
                  <a:srgbClr val="243e3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Threats</a:t>
            </a:r>
            <a:endParaRPr dirty="0" lang="en-US"/>
          </a:p>
        </p:txBody>
      </p:sp>
      <p:sp>
        <p:nvSpPr>
          <p:cNvPr id="16" name="Text Placeholder 7">
            <a:extLst>
              <a:ext uri="{EA8E344F-5582-4777-8EDE-6EBB58466A00}">
                <a16:creationId xmlns:a16="http://schemas.microsoft.com/office/drawing/2010/main" id="{8CC75B6D-8586-439B-998B-3D5291B4F91F}"/>
              </a:ext>
            </a:extLst>
          </p:cNvPr>
          <p:cNvSpPr>
            <a:spLocks noGrp="true"/>
          </p:cNvSpPr>
          <p:nvPr>
            <p:ph idx="7" type="body"/>
          </p:nvPr>
        </p:nvSpPr>
        <p:spPr>
          <a:xfrm rot="0">
            <a:off x="7062678" y="3142514"/>
            <a:ext cx="1546764" cy="109537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cxnSp>
        <p:nvCxnSpPr>
          <p:cNvPr id="17" name="Straight Connector 25">
            <a:extLst>
              <a:ext uri="{46815DAC-D3AB-44CD-AE45-5E032F6DB366}">
                <a16:creationId xmlns:a16="http://schemas.microsoft.com/office/drawing/2010/main" id="{7EC8528C-B7E0-4D48-8CF5-7014F8AE3680}"/>
              </a:ext>
            </a:extLst>
          </p:cNvPr>
          <p:cNvCxnSpPr/>
          <p:nvPr/>
        </p:nvCxnSpPr>
        <p:spPr>
          <a:xfrm rot="0">
            <a:off x="7757479" y="3024666"/>
            <a:ext cx="157162" cy="0"/>
          </a:xfrm>
          <a:prstGeom prst="line">
            <a:avLst/>
          </a:prstGeom>
          <a:ln w="50800">
            <a:solidFill>
              <a:srgbClr val="243e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26">
            <a:extLst>
              <a:ext uri="{DDA54FF7-D3E7-469C-A35E-8F924A95F570}">
                <a16:creationId xmlns:a16="http://schemas.microsoft.com/office/drawing/2010/main" id="{0DE0EBB7-4899-489A-BA60-10E80F6E4B57}"/>
              </a:ext>
            </a:extLst>
          </p:cNvPr>
          <p:cNvSpPr txBox="1"/>
          <p:nvPr userDrawn="1"/>
        </p:nvSpPr>
        <p:spPr>
          <a:xfrm rot="0">
            <a:off x="850734" y="1337967"/>
            <a:ext cx="952500" cy="952500"/>
          </a:xfrm>
          <a:prstGeom prst="rect">
            <a:avLst/>
          </a:prstGeom>
          <a:solidFill>
            <a:schemeClr val="bg1"/>
          </a:solidFill>
        </p:spPr>
        <p:txBody>
          <a:bodyPr bIns="0" lIns="0" rIns="0" rtlCol="0" tIns="0" wrap="square">
            <a:noAutofit/>
          </a:bodyPr>
          <a:lstStyle/>
          <a:p>
            <a:pPr algn="ctr" indent="0" lvl="0" marL="0" marR="0" rtl="fals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0" cap="none" dirty="0" i="0" lang="en-US" spc="0" strike="noStrike" sz="7200" u="none">
                <a:ln>
                  <a:noFill/>
                </a:ln>
                <a:solidFill>
                  <a:schemeClr val="accent1"/>
                </a:solidFill>
                <a:latin typeface="Source Sans Pro"/>
              </a:rPr>
              <a:t>S</a:t>
            </a:r>
            <a:endParaRPr b="1" baseline="0" cap="none" dirty="0" i="0" lang="en-US" spc="0" strike="noStrike" sz="7200" u="none">
              <a:ln>
                <a:noFill/>
              </a:ln>
              <a:solidFill>
                <a:schemeClr val="accent1"/>
              </a:solidFill>
              <a:latin typeface="Source Sans Pro"/>
            </a:endParaRPr>
          </a:p>
        </p:txBody>
      </p:sp>
      <p:sp>
        <p:nvSpPr>
          <p:cNvPr id="19" name="TextBox 33">
            <a:extLst>
              <a:ext uri="{0307FDD0-A4B8-49F8-BDA2-395EC8374C23}">
                <a16:creationId xmlns:a16="http://schemas.microsoft.com/office/drawing/2010/main" id="{CDF95674-D79C-47ED-B7E5-7CD0A8359515}"/>
              </a:ext>
            </a:extLst>
          </p:cNvPr>
          <p:cNvSpPr txBox="1"/>
          <p:nvPr userDrawn="1"/>
        </p:nvSpPr>
        <p:spPr>
          <a:xfrm rot="0">
            <a:off x="3031963" y="1337969"/>
            <a:ext cx="952500" cy="952500"/>
          </a:xfrm>
          <a:prstGeom prst="rect">
            <a:avLst/>
          </a:prstGeom>
          <a:solidFill>
            <a:schemeClr val="bg1"/>
          </a:solidFill>
        </p:spPr>
        <p:txBody>
          <a:bodyPr bIns="0" lIns="0" rIns="0" rtlCol="0" tIns="0" wrap="square">
            <a:noAutofit/>
          </a:bodyPr>
          <a:lstStyle/>
          <a:p>
            <a:pPr algn="ctr" indent="0" lvl="0" marL="0" marR="0" rtl="fals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0" cap="none" dirty="0" i="0" lang="en-US" spc="0" strike="noStrike" sz="7200" u="none">
                <a:ln>
                  <a:noFill/>
                </a:ln>
                <a:solidFill>
                  <a:schemeClr val="accent2"/>
                </a:solidFill>
                <a:latin typeface="Source Sans Pro"/>
              </a:rPr>
              <a:t>W</a:t>
            </a:r>
            <a:endParaRPr b="1" baseline="0" cap="none" dirty="0" i="0" lang="en-US" spc="0" strike="noStrike" sz="7200" u="none">
              <a:ln>
                <a:noFill/>
              </a:ln>
              <a:solidFill>
                <a:schemeClr val="accent2"/>
              </a:solidFill>
              <a:latin typeface="Source Sans Pro"/>
            </a:endParaRPr>
          </a:p>
        </p:txBody>
      </p:sp>
      <p:sp>
        <p:nvSpPr>
          <p:cNvPr id="20" name="TextBox 34">
            <a:extLst>
              <a:ext uri="{C70CD168-52C8-4FDC-8C89-CA6453737057}">
                <a16:creationId xmlns:a16="http://schemas.microsoft.com/office/drawing/2010/main" id="{518A3DB8-A1E5-474A-B67D-3BB1734CDCB5}"/>
              </a:ext>
            </a:extLst>
          </p:cNvPr>
          <p:cNvSpPr txBox="1"/>
          <p:nvPr userDrawn="1"/>
        </p:nvSpPr>
        <p:spPr>
          <a:xfrm rot="0">
            <a:off x="5165563" y="1337969"/>
            <a:ext cx="952500" cy="952500"/>
          </a:xfrm>
          <a:prstGeom prst="rect">
            <a:avLst/>
          </a:prstGeom>
          <a:solidFill>
            <a:schemeClr val="bg1"/>
          </a:solidFill>
        </p:spPr>
        <p:txBody>
          <a:bodyPr bIns="0" lIns="0" rIns="0" rtlCol="0" tIns="0" wrap="square">
            <a:noAutofit/>
          </a:bodyPr>
          <a:lstStyle/>
          <a:p>
            <a:pPr algn="ctr" indent="0" lvl="0" marL="0" marR="0" rtl="fals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0" cap="none" dirty="0" i="0" lang="en-US" spc="0" strike="noStrike" sz="7200" u="none">
                <a:ln>
                  <a:noFill/>
                </a:ln>
                <a:solidFill>
                  <a:schemeClr val="accent1"/>
                </a:solidFill>
                <a:latin typeface="Source Sans Pro"/>
              </a:rPr>
              <a:t>O</a:t>
            </a:r>
            <a:endParaRPr b="1" baseline="0" cap="none" dirty="0" i="0" lang="en-US" spc="0" strike="noStrike" sz="7200" u="none">
              <a:ln>
                <a:noFill/>
              </a:ln>
              <a:solidFill>
                <a:schemeClr val="accent1"/>
              </a:solidFill>
              <a:latin typeface="Source Sans Pro"/>
            </a:endParaRPr>
          </a:p>
        </p:txBody>
      </p:sp>
      <p:sp>
        <p:nvSpPr>
          <p:cNvPr id="21" name="TextBox 35">
            <a:extLst>
              <a:ext uri="{74423680-F47E-41D3-A74A-CD49C39D45C0}">
                <a16:creationId xmlns:a16="http://schemas.microsoft.com/office/drawing/2010/main" id="{2427D332-AAA6-4EB9-A597-5AC4CF400E95}"/>
              </a:ext>
            </a:extLst>
          </p:cNvPr>
          <p:cNvSpPr txBox="1"/>
          <p:nvPr userDrawn="1"/>
        </p:nvSpPr>
        <p:spPr>
          <a:xfrm rot="0">
            <a:off x="7384888" y="1337969"/>
            <a:ext cx="952500" cy="952500"/>
          </a:xfrm>
          <a:prstGeom prst="rect">
            <a:avLst/>
          </a:prstGeom>
          <a:solidFill>
            <a:schemeClr val="bg1"/>
          </a:solidFill>
        </p:spPr>
        <p:txBody>
          <a:bodyPr bIns="0" lIns="0" rIns="0" rtlCol="0" tIns="0" wrap="square">
            <a:noAutofit/>
          </a:bodyPr>
          <a:lstStyle/>
          <a:p>
            <a:pPr algn="ctr" indent="0" lvl="0" marL="0" marR="0" rtl="fals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0" cap="none" dirty="0" i="0" lang="en-US" spc="0" strike="noStrike" sz="7200" u="none">
                <a:ln>
                  <a:noFill/>
                </a:ln>
                <a:solidFill>
                  <a:schemeClr val="accent2"/>
                </a:solidFill>
                <a:latin typeface="Source Sans Pro"/>
              </a:rPr>
              <a:t>T</a:t>
            </a:r>
            <a:endParaRPr b="1" baseline="0" cap="none" dirty="0" i="0" lang="en-US" spc="0" strike="noStrike" sz="7200" u="none">
              <a:ln>
                <a:noFill/>
              </a:ln>
              <a:solidFill>
                <a:schemeClr val="accent2"/>
              </a:solidFill>
              <a:latin typeface="Source Sans Pro"/>
            </a:endParaRPr>
          </a:p>
        </p:txBody>
      </p:sp>
      <p:sp>
        <p:nvSpPr>
          <p:cNvPr hidden="false" id="22" name="Title 1">
            <a:extLst>
              <a:ext uri="{83546BD1-BADA-43A6-8856-12ED1CCC1AF0}">
                <a16:creationId xmlns:a16="http://schemas.microsoft.com/office/drawing/2010/main" id="{2582A1EA-CA41-4869-894A-C699D151A66A}"/>
              </a:ext>
            </a:extLst>
          </p:cNvPr>
          <p:cNvSpPr>
            <a:spLocks noGrp="true"/>
          </p:cNvSpPr>
          <p:nvPr>
            <p:ph idx="8" type="title"/>
          </p:nvPr>
        </p:nvSpPr>
        <p:spPr>
          <a:xfrm rot="0">
            <a:off x="287919" y="384122"/>
            <a:ext cx="8568162" cy="484748"/>
          </a:xfrm>
          <a:noFill/>
        </p:spPr>
        <p:txBody>
          <a:bodyPr bIns="0" lIns="0" rIns="0" rtlCol="0" tIns="0">
            <a:noAutofit/>
          </a:bodyPr>
          <a:lstStyle>
            <a:lvl1pPr algn="ctr" lvl="0">
              <a:defRPr dirty="0" lang="en-US" sz="2800"/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23" name="Slide Number Placeholder 1">
            <a:extLst>
              <a:ext uri="{2F392E34-A25A-4178-A9A3-8AA919DABC24}">
                <a16:creationId xmlns:a16="http://schemas.microsoft.com/office/drawing/2010/main" id="{61828AD3-3BB1-45B4-B5BF-6BABB107AFE7}"/>
              </a:ext>
            </a:extLst>
          </p:cNvPr>
          <p:cNvSpPr>
            <a:spLocks noGrp="true"/>
          </p:cNvSpPr>
          <p:nvPr>
            <p:ph idx="9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D8C87088-17FD-40EC-ACAC-8076547CEAAF}" type="slidenum"/>
            <a:endParaRPr dirty="0" lang="en-US"/>
          </a:p>
        </p:txBody>
      </p:sp>
      <p:sp>
        <p:nvSpPr>
          <p:cNvPr hidden="false" id="24" name="Footer Placeholder 1">
            <a:extLst>
              <a:ext uri="{DEB27BF4-ED5E-4DEF-934B-8C46026A09BF}">
                <a16:creationId xmlns:a16="http://schemas.microsoft.com/office/drawing/2010/main" id="{D0414691-C81D-405E-A70B-D63BDFB5FFC3}"/>
              </a:ext>
            </a:extLst>
          </p:cNvPr>
          <p:cNvSpPr>
            <a:spLocks noGrp="true"/>
          </p:cNvSpPr>
          <p:nvPr>
            <p:ph idx="10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 Message</a:t>
            </a:r>
            <a:endParaRPr dirty="0" lang="en-US"/>
          </a:p>
        </p:txBody>
      </p:sp>
      <p:sp>
        <p:nvSpPr>
          <p:cNvPr hidden="false" id="25" name="Date Placeholder 1">
            <a:extLst>
              <a:ext uri="{8CD99BDE-427C-4C0F-B9A7-1348A79EF70E}">
                <a16:creationId xmlns:a16="http://schemas.microsoft.com/office/drawing/2010/main" id="{600AB463-9219-4A04-B483-7D4BB91ED7E3}"/>
              </a:ext>
            </a:extLst>
          </p:cNvPr>
          <p:cNvSpPr>
            <a:spLocks noGrp="true"/>
          </p:cNvSpPr>
          <p:nvPr>
            <p:ph idx="11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C38459AE-309B-4C8B-9BF6-1CF57EC43F73}" type="datetime4">
              <a:t>May 5, 2025</a:t>
            </a:fld>
            <a:endParaRPr dirty="0" lang="en-US"/>
          </a:p>
        </p:txBody>
      </p:sp>
    </p:spTree>
    <p:extLst>
      <p:ext uri="{3B6E47F6-3872-4E47-8390-479654AD63F0}">
        <p14:creationId xmlns:p14="http://schemas.microsoft.com/office/powerpoint/2010/main" val="1746389016619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24">
            <a:extLst>
              <a:ext uri="{7A232C7B-2CEC-468E-89A4-19F3AE6BF9FA}">
                <a16:creationId xmlns:a16="http://schemas.microsoft.com/office/drawing/2010/main" id="{E044ACB5-54AB-464B-81D2-89206F45A5EF}"/>
              </a:ext>
            </a:extLst>
          </p:cNvPr>
          <p:cNvCxnSpPr/>
          <p:nvPr/>
        </p:nvCxnSpPr>
        <p:spPr>
          <a:xfrm rot="0">
            <a:off x="3043769" y="1933575"/>
            <a:ext cx="0" cy="2152649"/>
          </a:xfrm>
          <a:prstGeom prst="line">
            <a:avLst/>
          </a:prstGeom>
          <a:ln>
            <a:solidFill>
              <a:srgbClr val="e0eec6"/>
            </a:solidFill>
            <a:tailEnd len="sm" type="oval" w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5">
            <a:extLst>
              <a:ext uri="{DF997FFF-1081-41B8-94A0-9A83CCE116A8}">
                <a16:creationId xmlns:a16="http://schemas.microsoft.com/office/drawing/2010/main" id="{F4A574E1-46EE-4646-A669-4A90CB3B46B3}"/>
              </a:ext>
            </a:extLst>
          </p:cNvPr>
          <p:cNvCxnSpPr/>
          <p:nvPr/>
        </p:nvCxnSpPr>
        <p:spPr>
          <a:xfrm rot="0">
            <a:off x="4617713" y="1933575"/>
            <a:ext cx="0" cy="2152649"/>
          </a:xfrm>
          <a:prstGeom prst="line">
            <a:avLst/>
          </a:prstGeom>
          <a:ln>
            <a:solidFill>
              <a:srgbClr val="e0eec6"/>
            </a:solidFill>
            <a:tailEnd len="sm" type="oval" w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26">
            <a:extLst>
              <a:ext uri="{DFAE735D-05F6-4D6C-AF20-2584F336405A}">
                <a16:creationId xmlns:a16="http://schemas.microsoft.com/office/drawing/2010/main" id="{7D9D7CD5-E560-4083-A106-571FCD93C23F}"/>
              </a:ext>
            </a:extLst>
          </p:cNvPr>
          <p:cNvCxnSpPr/>
          <p:nvPr/>
        </p:nvCxnSpPr>
        <p:spPr>
          <a:xfrm rot="0">
            <a:off x="6191656" y="1933575"/>
            <a:ext cx="0" cy="2152649"/>
          </a:xfrm>
          <a:prstGeom prst="line">
            <a:avLst/>
          </a:prstGeom>
          <a:ln>
            <a:solidFill>
              <a:srgbClr val="e0eec6"/>
            </a:solidFill>
            <a:tailEnd len="sm" type="oval" w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27">
            <a:extLst>
              <a:ext uri="{A8DEA5EE-13C3-4D5D-978A-7D96B348A401}">
                <a16:creationId xmlns:a16="http://schemas.microsoft.com/office/drawing/2010/main" id="{A9F881A3-187F-4568-AF40-B8D20B886C99}"/>
              </a:ext>
            </a:extLst>
          </p:cNvPr>
          <p:cNvCxnSpPr/>
          <p:nvPr/>
        </p:nvCxnSpPr>
        <p:spPr>
          <a:xfrm rot="0">
            <a:off x="7765600" y="1933575"/>
            <a:ext cx="0" cy="2152649"/>
          </a:xfrm>
          <a:prstGeom prst="line">
            <a:avLst/>
          </a:prstGeom>
          <a:ln>
            <a:solidFill>
              <a:srgbClr val="e0eec6"/>
            </a:solidFill>
            <a:tailEnd len="sm" type="oval" w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32">
            <a:extLst>
              <a:ext uri="{6F9CFC4A-A480-417E-86FE-B23B596FD03C}">
                <a16:creationId xmlns:a16="http://schemas.microsoft.com/office/drawing/2010/main" id="{17B2E295-5EA4-4410-8CCE-1C23A28BEE8F}"/>
              </a:ext>
            </a:extLst>
          </p:cNvPr>
          <p:cNvCxnSpPr/>
          <p:nvPr/>
        </p:nvCxnSpPr>
        <p:spPr>
          <a:xfrm rot="0">
            <a:off x="1469826" y="1933575"/>
            <a:ext cx="0" cy="2152649"/>
          </a:xfrm>
          <a:prstGeom prst="line">
            <a:avLst/>
          </a:prstGeom>
          <a:ln>
            <a:solidFill>
              <a:srgbClr val="e0eec6"/>
            </a:solidFill>
            <a:tailEnd len="sm" type="oval" w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3">
            <a:extLst>
              <a:ext uri="{1FE3A388-05D5-42B7-ABBD-67EA5AFDBC91}">
                <a16:creationId xmlns:a16="http://schemas.microsoft.com/office/drawing/2010/main" id="{689BA014-83DD-48F8-B1FB-20B7B1061728}"/>
              </a:ext>
            </a:extLst>
          </p:cNvPr>
          <p:cNvSpPr>
            <a:spLocks noGrp="true"/>
          </p:cNvSpPr>
          <p:nvPr>
            <p:ph type="pic"/>
          </p:nvPr>
        </p:nvSpPr>
        <p:spPr>
          <a:xfrm rot="0">
            <a:off x="685800" y="2283023"/>
            <a:ext cx="1568053" cy="1568053"/>
          </a:xfrm>
          <a:prstGeom prst="rect">
            <a:avLst/>
          </a:prstGeom>
        </p:spPr>
        <p:txBody>
          <a:bodyPr rtlCol="0">
            <a:noAutofit/>
          </a:bodyPr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8" name="Picture Placeholder 3">
            <a:extLst>
              <a:ext uri="{993386D1-62C4-4E7A-9A81-1C2DB080F5FB}">
                <a16:creationId xmlns:a16="http://schemas.microsoft.com/office/drawing/2010/main" id="{3D028CEC-817E-4790-BA01-1B315264FD4D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2259743" y="2283023"/>
            <a:ext cx="1568053" cy="1568053"/>
          </a:xfrm>
          <a:prstGeom prst="rect">
            <a:avLst/>
          </a:prstGeom>
        </p:spPr>
        <p:txBody>
          <a:bodyPr rtlCol="0">
            <a:noAutofit/>
          </a:bodyPr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9" name="Picture Placeholder 3">
            <a:extLst>
              <a:ext uri="{4CBFFAEF-3F2A-4BB7-9EAF-074165E86C8A}">
                <a16:creationId xmlns:a16="http://schemas.microsoft.com/office/drawing/2010/main" id="{61080713-333A-4162-93BA-043B6AF9FA7F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833686" y="2283023"/>
            <a:ext cx="1568053" cy="1568053"/>
          </a:xfrm>
          <a:prstGeom prst="rect">
            <a:avLst/>
          </a:prstGeom>
        </p:spPr>
        <p:txBody>
          <a:bodyPr rtlCol="0">
            <a:noAutofit/>
          </a:bodyPr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10" name="Picture Placeholder 3">
            <a:extLst>
              <a:ext uri="{DD61BC46-88F4-4AF5-8EB6-EACD4D131E8D}">
                <a16:creationId xmlns:a16="http://schemas.microsoft.com/office/drawing/2010/main" id="{8DA063B2-4AA9-4107-8DDE-95F63E387081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5407629" y="2283023"/>
            <a:ext cx="1568053" cy="1568053"/>
          </a:xfrm>
          <a:prstGeom prst="rect">
            <a:avLst/>
          </a:prstGeom>
        </p:spPr>
        <p:txBody>
          <a:bodyPr rtlCol="0">
            <a:noAutofit/>
          </a:bodyPr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11" name="Picture Placeholder 3">
            <a:extLst>
              <a:ext uri="{5B187E44-AAC6-45A2-A4B7-EC2DF5578157}">
                <a16:creationId xmlns:a16="http://schemas.microsoft.com/office/drawing/2010/main" id="{AAEEF4FA-B9FE-4C02-94B9-CE0F2D2587BF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981573" y="2283023"/>
            <a:ext cx="1568053" cy="1568053"/>
          </a:xfrm>
          <a:prstGeom prst="rect">
            <a:avLst/>
          </a:prstGeom>
        </p:spPr>
        <p:txBody>
          <a:bodyPr rtlCol="0">
            <a:noAutofit/>
          </a:bodyPr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12" name="Text Placeholder 7">
            <a:extLst>
              <a:ext uri="{9E9738B1-E2A5-41FD-914E-53F869305F73}">
                <a16:creationId xmlns:a16="http://schemas.microsoft.com/office/drawing/2010/main" id="{0CEE4A5C-21D4-4A7B-9B75-3111AB59E484}"/>
              </a:ext>
            </a:extLst>
          </p:cNvPr>
          <p:cNvSpPr>
            <a:spLocks noGrp="true"/>
          </p:cNvSpPr>
          <p:nvPr>
            <p:ph idx="5" type="body"/>
          </p:nvPr>
        </p:nvSpPr>
        <p:spPr>
          <a:xfrm rot="0">
            <a:off x="939626" y="1690553"/>
            <a:ext cx="1060401" cy="360098"/>
          </a:xfrm>
          <a:prstGeom prst="rect">
            <a:avLst/>
          </a:prstGeom>
          <a:solidFill>
            <a:srgbClr val="243e36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2800">
                <a:solidFill>
                  <a:srgbClr val="c2a83e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13" name="Text Placeholder 7">
            <a:extLst>
              <a:ext uri="{3B8FBDA1-0BED-4177-8A36-1031573BA264}">
                <a16:creationId xmlns:a16="http://schemas.microsoft.com/office/drawing/2010/main" id="{1B21C351-C953-4A38-AFF8-2C8584840C2A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2513569" y="1690553"/>
            <a:ext cx="1060401" cy="360098"/>
          </a:xfrm>
          <a:prstGeom prst="rect">
            <a:avLst/>
          </a:prstGeom>
          <a:solidFill>
            <a:srgbClr val="243e36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2800">
                <a:solidFill>
                  <a:srgbClr val="c2a83e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14" name="Text Placeholder 7">
            <a:extLst>
              <a:ext uri="{D2B47B74-E57B-4457-835E-9A24AC5CF5C0}">
                <a16:creationId xmlns:a16="http://schemas.microsoft.com/office/drawing/2010/main" id="{05C0E444-43BD-496D-AA5C-473774D65898}"/>
              </a:ext>
            </a:extLst>
          </p:cNvPr>
          <p:cNvSpPr>
            <a:spLocks noGrp="true"/>
          </p:cNvSpPr>
          <p:nvPr>
            <p:ph idx="7" type="body"/>
          </p:nvPr>
        </p:nvSpPr>
        <p:spPr>
          <a:xfrm rot="0">
            <a:off x="4087512" y="1690553"/>
            <a:ext cx="1060401" cy="360098"/>
          </a:xfrm>
          <a:prstGeom prst="rect">
            <a:avLst/>
          </a:prstGeom>
          <a:solidFill>
            <a:srgbClr val="243e36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2800">
                <a:solidFill>
                  <a:srgbClr val="c2a83e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15" name="Text Placeholder 7">
            <a:extLst>
              <a:ext uri="{FC5366F9-0BF1-4BCB-BA0C-E371C94CEAF0}">
                <a16:creationId xmlns:a16="http://schemas.microsoft.com/office/drawing/2010/main" id="{F7430CB7-E3D1-4CE0-8B5E-BB6FFD53F7DC}"/>
              </a:ext>
            </a:extLst>
          </p:cNvPr>
          <p:cNvSpPr>
            <a:spLocks noGrp="true"/>
          </p:cNvSpPr>
          <p:nvPr>
            <p:ph idx="8" type="body"/>
          </p:nvPr>
        </p:nvSpPr>
        <p:spPr>
          <a:xfrm rot="0">
            <a:off x="5661456" y="1690553"/>
            <a:ext cx="1060401" cy="360098"/>
          </a:xfrm>
          <a:prstGeom prst="rect">
            <a:avLst/>
          </a:prstGeom>
          <a:solidFill>
            <a:srgbClr val="243e36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 marR="0" rtl="false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b="1" dirty="0" lang="en-US" sz="2800">
                <a:solidFill>
                  <a:srgbClr val="c2a83e"/>
                </a:solidFill>
                <a:latin typeface="Source Sans Pro"/>
              </a:defRPr>
            </a:lvl1pPr>
          </a:lstStyle>
          <a:p>
            <a:pPr algn="ctr" indent="0" lvl="0" marL="0" marR="0" rtl="false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id="16" name="Text Placeholder 7">
            <a:extLst>
              <a:ext uri="{75CE6A00-6690-42BF-A174-8195486AA00E}">
                <a16:creationId xmlns:a16="http://schemas.microsoft.com/office/drawing/2010/main" id="{E758C688-9E30-4433-A555-4FB59E74AAAD}"/>
              </a:ext>
            </a:extLst>
          </p:cNvPr>
          <p:cNvSpPr>
            <a:spLocks noGrp="true"/>
          </p:cNvSpPr>
          <p:nvPr>
            <p:ph idx="9" type="body"/>
          </p:nvPr>
        </p:nvSpPr>
        <p:spPr>
          <a:xfrm rot="0">
            <a:off x="7235399" y="1690553"/>
            <a:ext cx="1060401" cy="360098"/>
          </a:xfrm>
          <a:prstGeom prst="rect">
            <a:avLst/>
          </a:prstGeom>
          <a:solidFill>
            <a:srgbClr val="243e36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2800">
                <a:solidFill>
                  <a:srgbClr val="c2a83e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grpSp>
        <p:nvGrpSpPr>
          <p:cNvPr id="17" name="Group 18">
            <a:extLst>
              <a:ext uri="{AB435B73-3E52-46B4-B2B6-F5C338D42CF3}">
                <a16:creationId xmlns:a16="http://schemas.microsoft.com/office/drawing/2010/main" id="{550C7C8E-1992-4C9E-82FE-C9FE90689B7B}"/>
              </a:ext>
            </a:extLst>
          </p:cNvPr>
          <p:cNvGrpSpPr/>
          <p:nvPr/>
        </p:nvGrpSpPr>
        <p:grpSpPr>
          <a:xfrm rot="0">
            <a:off x="8794727" y="2972201"/>
            <a:ext cx="104172" cy="189698"/>
            <a:chOff x="5926238" y="5034987"/>
            <a:chExt cx="138896" cy="252931"/>
          </a:xfrm>
        </p:grpSpPr>
        <p:cxnSp>
          <p:nvCxnSpPr>
            <p:cNvPr id="18" name="Straight Connector 16">
              <a:extLst>
                <a:ext uri="{4065A79F-E220-4D2B-ABBA-54C73DD70565}">
                  <a16:creationId xmlns:a16="http://schemas.microsoft.com/office/drawing/2010/main" id="{6DE3D4EC-5AF9-45BF-8012-728C7BDE8859}"/>
                </a:ext>
              </a:extLst>
            </p:cNvPr>
            <p:cNvCxnSpPr/>
            <p:nvPr/>
          </p:nvCxnSpPr>
          <p:spPr>
            <a:xfrm rot="0">
              <a:off x="5926238" y="5034987"/>
              <a:ext cx="138896" cy="138896"/>
            </a:xfrm>
            <a:prstGeom prst="line">
              <a:avLst/>
            </a:prstGeom>
            <a:ln w="38100">
              <a:solidFill>
                <a:srgbClr val="c2a8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7">
              <a:extLst>
                <a:ext uri="{E8AD72F3-2B4F-4DB9-8A2F-A3A4DA5A3E95}">
                  <a16:creationId xmlns:a16="http://schemas.microsoft.com/office/drawing/2010/main" id="{7C4BB058-D885-4BB6-B51B-385F62E4558E}"/>
                </a:ext>
              </a:extLst>
            </p:cNvPr>
            <p:cNvCxnSpPr/>
            <p:nvPr/>
          </p:nvCxnSpPr>
          <p:spPr>
            <a:xfrm rot="5400000">
              <a:off x="5926238" y="5149022"/>
              <a:ext cx="138896" cy="138896"/>
            </a:xfrm>
            <a:prstGeom prst="line">
              <a:avLst/>
            </a:prstGeom>
            <a:ln w="38100">
              <a:solidFill>
                <a:srgbClr val="c2a8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20">
            <a:extLst>
              <a:ext uri="{9CC9691C-FBE6-4EDB-ACAF-44AC858C2A74}">
                <a16:creationId xmlns:a16="http://schemas.microsoft.com/office/drawing/2010/main" id="{4AACE1D6-C879-4F81-9A94-32C3CEF63784}"/>
              </a:ext>
            </a:extLst>
          </p:cNvPr>
          <p:cNvGrpSpPr/>
          <p:nvPr/>
        </p:nvGrpSpPr>
        <p:grpSpPr>
          <a:xfrm flipH="true" rot="0">
            <a:off x="245100" y="2972201"/>
            <a:ext cx="104172" cy="189698"/>
            <a:chOff x="5926238" y="5034987"/>
            <a:chExt cx="138896" cy="252931"/>
          </a:xfrm>
        </p:grpSpPr>
        <p:cxnSp>
          <p:nvCxnSpPr>
            <p:cNvPr id="21" name="Straight Connector 21">
              <a:extLst>
                <a:ext uri="{D7EFAE09-56E0-4767-817A-939D6688389E}">
                  <a16:creationId xmlns:a16="http://schemas.microsoft.com/office/drawing/2010/main" id="{6B496BAC-E1D6-44A2-A07F-55730B23051B}"/>
                </a:ext>
              </a:extLst>
            </p:cNvPr>
            <p:cNvCxnSpPr/>
            <p:nvPr/>
          </p:nvCxnSpPr>
          <p:spPr>
            <a:xfrm rot="0">
              <a:off x="5926238" y="5034987"/>
              <a:ext cx="138896" cy="138896"/>
            </a:xfrm>
            <a:prstGeom prst="line">
              <a:avLst/>
            </a:prstGeom>
            <a:ln w="38100">
              <a:solidFill>
                <a:srgbClr val="c2a8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2">
              <a:extLst>
                <a:ext uri="{2F4B7788-22BD-42F2-9DAF-8D0513B0724B}">
                  <a16:creationId xmlns:a16="http://schemas.microsoft.com/office/drawing/2010/main" id="{B8A3EE62-DED7-40C8-BEEE-10A1661A9E8E}"/>
                </a:ext>
              </a:extLst>
            </p:cNvPr>
            <p:cNvCxnSpPr/>
            <p:nvPr/>
          </p:nvCxnSpPr>
          <p:spPr>
            <a:xfrm rot="5400000">
              <a:off x="5926238" y="5149022"/>
              <a:ext cx="138896" cy="138896"/>
            </a:xfrm>
            <a:prstGeom prst="line">
              <a:avLst/>
            </a:prstGeom>
            <a:ln w="38100">
              <a:solidFill>
                <a:srgbClr val="c2a8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 Placeholder 7">
            <a:extLst>
              <a:ext uri="{6CE3A5FA-58B9-4C89-825A-783514994F65}">
                <a16:creationId xmlns:a16="http://schemas.microsoft.com/office/drawing/2010/main" id="{B6F638E7-EB36-432C-A9A9-4E68F68A34B8}"/>
              </a:ext>
            </a:extLst>
          </p:cNvPr>
          <p:cNvSpPr>
            <a:spLocks noGrp="true"/>
          </p:cNvSpPr>
          <p:nvPr>
            <p:ph idx="10" type="body"/>
          </p:nvPr>
        </p:nvSpPr>
        <p:spPr>
          <a:xfrm rot="0">
            <a:off x="757342" y="4208097"/>
            <a:ext cx="1430857" cy="762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1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24" name="Text Placeholder 7">
            <a:extLst>
              <a:ext uri="{725DEDC0-3A1E-4430-81A5-A06E087EEC02}">
                <a16:creationId xmlns:a16="http://schemas.microsoft.com/office/drawing/2010/main" id="{F0CC7558-A570-42BE-98E4-5595999D3F58}"/>
              </a:ext>
            </a:extLst>
          </p:cNvPr>
          <p:cNvSpPr>
            <a:spLocks noGrp="true"/>
          </p:cNvSpPr>
          <p:nvPr>
            <p:ph idx="11" type="body"/>
          </p:nvPr>
        </p:nvSpPr>
        <p:spPr>
          <a:xfrm rot="0">
            <a:off x="2328338" y="4208097"/>
            <a:ext cx="1430857" cy="762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1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25" name="Text Placeholder 7">
            <a:extLst>
              <a:ext uri="{B469E1D5-7722-4402-953F-2190E06B604F}">
                <a16:creationId xmlns:a16="http://schemas.microsoft.com/office/drawing/2010/main" id="{0D6B7E5C-7991-47D5-BC71-BB9F4AE39EF5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3902287" y="4208097"/>
            <a:ext cx="1430857" cy="762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1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26" name="Text Placeholder 7">
            <a:extLst>
              <a:ext uri="{46FFDE52-6E38-43F8-9AB0-EE96DF478D6A}">
                <a16:creationId xmlns:a16="http://schemas.microsoft.com/office/drawing/2010/main" id="{AE006A92-788B-40E2-8B39-E7E71B59D1DE}"/>
              </a:ext>
            </a:extLst>
          </p:cNvPr>
          <p:cNvSpPr>
            <a:spLocks noGrp="true"/>
          </p:cNvSpPr>
          <p:nvPr>
            <p:ph idx="13" type="body"/>
          </p:nvPr>
        </p:nvSpPr>
        <p:spPr>
          <a:xfrm rot="0">
            <a:off x="5476227" y="4208097"/>
            <a:ext cx="1430857" cy="762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1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27" name="Text Placeholder 7">
            <a:extLst>
              <a:ext uri="{B49CFBC5-5CC0-4144-A4DA-0D2F8B99C109}">
                <a16:creationId xmlns:a16="http://schemas.microsoft.com/office/drawing/2010/main" id="{65D33D89-13CF-44DB-8250-F8A81001C45B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7050166" y="4208097"/>
            <a:ext cx="1430857" cy="762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1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28" name="Text Placeholder 7">
            <a:extLst>
              <a:ext uri="{08698299-A1A6-4CB2-8A0F-BED8E1FD37DB}">
                <a16:creationId xmlns:a16="http://schemas.microsoft.com/office/drawing/2010/main" id="{CEDF4CB7-9537-404F-A9AA-DD0E05255B9E}"/>
              </a:ext>
            </a:extLst>
          </p:cNvPr>
          <p:cNvSpPr>
            <a:spLocks noGrp="true"/>
          </p:cNvSpPr>
          <p:nvPr>
            <p:ph idx="15" type="body"/>
          </p:nvPr>
        </p:nvSpPr>
        <p:spPr>
          <a:xfrm rot="0">
            <a:off x="1449642" y="867331"/>
            <a:ext cx="6244714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4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hidden="false" id="29" name="Title 1">
            <a:extLst>
              <a:ext uri="{E4DE1C3E-91D6-47FF-B0EB-9511714EA077}">
                <a16:creationId xmlns:a16="http://schemas.microsoft.com/office/drawing/2010/main" id="{29B32FA2-AC67-426F-A68F-4344DB619B20}"/>
              </a:ext>
            </a:extLst>
          </p:cNvPr>
          <p:cNvSpPr>
            <a:spLocks noGrp="true"/>
          </p:cNvSpPr>
          <p:nvPr>
            <p:ph idx="16" type="title"/>
          </p:nvPr>
        </p:nvSpPr>
        <p:spPr>
          <a:xfrm rot="0">
            <a:off x="594372" y="382583"/>
            <a:ext cx="7955255" cy="484748"/>
          </a:xfrm>
          <a:noFill/>
        </p:spPr>
        <p:txBody>
          <a:bodyPr bIns="0" lIns="0" rIns="0" rtlCol="0" tIns="0">
            <a:noAutofit/>
          </a:bodyPr>
          <a:lstStyle>
            <a:lvl1pPr algn="ctr" lvl="0">
              <a:defRPr dirty="0" lang="en-US" sz="2800"/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30" name="Slide Number Placeholder 1">
            <a:extLst>
              <a:ext uri="{3EA9D610-94B7-4AE7-A8DE-33E24D51BE7D}">
                <a16:creationId xmlns:a16="http://schemas.microsoft.com/office/drawing/2010/main" id="{EDADEEFA-3E0B-4726-9E42-8F838EE3BC43}"/>
              </a:ext>
            </a:extLst>
          </p:cNvPr>
          <p:cNvSpPr>
            <a:spLocks noGrp="true"/>
          </p:cNvSpPr>
          <p:nvPr>
            <p:ph idx="17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214E9F44-AF15-47BC-A0AA-B0461E7F3AAC}" type="slidenum"/>
            <a:endParaRPr dirty="0" lang="en-US"/>
          </a:p>
        </p:txBody>
      </p:sp>
      <p:sp>
        <p:nvSpPr>
          <p:cNvPr hidden="false" id="31" name="Footer Placeholder 1">
            <a:extLst>
              <a:ext uri="{8587BF96-B28F-4A31-B1B9-F61BA36B159B}">
                <a16:creationId xmlns:a16="http://schemas.microsoft.com/office/drawing/2010/main" id="{A91F29FF-1D97-4DB3-977A-BE6E8ACFD66E}"/>
              </a:ext>
            </a:extLst>
          </p:cNvPr>
          <p:cNvSpPr>
            <a:spLocks noGrp="true"/>
          </p:cNvSpPr>
          <p:nvPr>
            <p:ph idx="18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 Message</a:t>
            </a:r>
            <a:endParaRPr dirty="0" lang="en-US"/>
          </a:p>
        </p:txBody>
      </p:sp>
      <p:sp>
        <p:nvSpPr>
          <p:cNvPr hidden="false" id="32" name="Date Placeholder 1">
            <a:extLst>
              <a:ext uri="{E73A946E-B703-4EB6-B262-9D95E5100951}">
                <a16:creationId xmlns:a16="http://schemas.microsoft.com/office/drawing/2010/main" id="{CE2E316C-1367-418C-B018-C6A134511618}"/>
              </a:ext>
            </a:extLst>
          </p:cNvPr>
          <p:cNvSpPr>
            <a:spLocks noGrp="true"/>
          </p:cNvSpPr>
          <p:nvPr>
            <p:ph idx="19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DE7B4997-C34B-4D60-AAF2-2DD39A52CA52}" type="datetime4">
              <a:t>May 5, 2025</a:t>
            </a:fld>
            <a:endParaRPr dirty="0" lang="en-US"/>
          </a:p>
        </p:txBody>
      </p:sp>
    </p:spTree>
    <p:extLst>
      <p:ext uri="{5F190654-755B-435D-A895-B724499E1FE3}">
        <p14:creationId xmlns:p14="http://schemas.microsoft.com/office/powerpoint/2010/main" val="1746389016622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727F74F4-BB09-4DBD-A2A1-2A219869CC94}">
                <a16:creationId xmlns:a16="http://schemas.microsoft.com/office/drawing/2010/main" id="{6A961F76-1FF5-43B2-A9DF-2580B450E359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1174251" y="1703203"/>
            <a:ext cx="1143000" cy="360098"/>
          </a:xfrm>
          <a:prstGeom prst="rect">
            <a:avLst/>
          </a:prstGeom>
          <a:solidFill>
            <a:srgbClr val="243e36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1600">
                <a:solidFill>
                  <a:srgbClr val="c2a83e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Year</a:t>
            </a:r>
            <a:endParaRPr dirty="0" lang="en-US"/>
          </a:p>
        </p:txBody>
      </p:sp>
      <p:sp>
        <p:nvSpPr>
          <p:cNvPr id="3" name="Text Placeholder 7">
            <a:extLst>
              <a:ext uri="{6C4EF249-9F86-4B44-AD8A-F52A58E09AEC}">
                <a16:creationId xmlns:a16="http://schemas.microsoft.com/office/drawing/2010/main" id="{5E0ED3A1-B565-4A23-B68C-7A32ECB6B046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2608024" y="3414574"/>
            <a:ext cx="1143000" cy="360098"/>
          </a:xfrm>
          <a:prstGeom prst="rect">
            <a:avLst/>
          </a:prstGeom>
          <a:solidFill>
            <a:srgbClr val="243e36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 marR="0" rtl="false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b="1" dirty="0" lang="en-US" sz="1600">
                <a:solidFill>
                  <a:srgbClr val="c2a83e"/>
                </a:solidFill>
                <a:latin typeface="Source Sans Pro"/>
              </a:defRPr>
            </a:lvl1pPr>
          </a:lstStyle>
          <a:p>
            <a:pPr algn="ctr" indent="0" lvl="0" marL="0" marR="0" rtl="false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dirty="0" lang="en-US"/>
              <a:t>Year</a:t>
            </a:r>
            <a:endParaRPr dirty="0" lang="en-US"/>
          </a:p>
        </p:txBody>
      </p:sp>
      <p:sp>
        <p:nvSpPr>
          <p:cNvPr id="4" name="Text Placeholder 7">
            <a:extLst>
              <a:ext uri="{61775262-C3C6-4465-AEE6-5DF7B400981D}">
                <a16:creationId xmlns:a16="http://schemas.microsoft.com/office/drawing/2010/main" id="{9F93350F-99CF-400A-935B-AF59559DE4ED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4041800" y="1703203"/>
            <a:ext cx="1143000" cy="360098"/>
          </a:xfrm>
          <a:prstGeom prst="rect">
            <a:avLst/>
          </a:prstGeom>
          <a:solidFill>
            <a:srgbClr val="243e36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 marR="0" rtl="false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b="1" dirty="0" lang="en-US" sz="1600">
                <a:solidFill>
                  <a:srgbClr val="c2a83e"/>
                </a:solidFill>
                <a:latin typeface="Source Sans Pro"/>
              </a:defRPr>
            </a:lvl1pPr>
          </a:lstStyle>
          <a:p>
            <a:pPr algn="ctr" indent="0" lvl="0" marL="0" marR="0" rtl="false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dirty="0" lang="en-US"/>
              <a:t>Year</a:t>
            </a:r>
            <a:endParaRPr dirty="0" lang="en-US"/>
          </a:p>
        </p:txBody>
      </p:sp>
      <p:sp>
        <p:nvSpPr>
          <p:cNvPr id="5" name="Text Placeholder 7">
            <a:extLst>
              <a:ext uri="{83935DB2-4230-4945-84F9-536A80F994C8}">
                <a16:creationId xmlns:a16="http://schemas.microsoft.com/office/drawing/2010/main" id="{DDA484EC-805D-4C21-A259-174B2C7B699A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5475570" y="3414569"/>
            <a:ext cx="1143000" cy="360098"/>
          </a:xfrm>
          <a:prstGeom prst="rect">
            <a:avLst/>
          </a:prstGeom>
          <a:solidFill>
            <a:srgbClr val="243e36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 marR="0" rtl="false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b="1" dirty="0" lang="en-US" sz="1600">
                <a:solidFill>
                  <a:srgbClr val="c2a83e"/>
                </a:solidFill>
                <a:latin typeface="Source Sans Pro"/>
              </a:defRPr>
            </a:lvl1pPr>
          </a:lstStyle>
          <a:p>
            <a:pPr algn="ctr" indent="0" lvl="0" marL="0" marR="0" rtl="false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dirty="0" lang="en-US"/>
              <a:t>Year</a:t>
            </a:r>
            <a:endParaRPr dirty="0" lang="en-US"/>
          </a:p>
        </p:txBody>
      </p:sp>
      <p:sp>
        <p:nvSpPr>
          <p:cNvPr id="6" name="Text Placeholder 7">
            <a:extLst>
              <a:ext uri="{0C1C3028-C902-49A5-89EB-823AEC2909C0}">
                <a16:creationId xmlns:a16="http://schemas.microsoft.com/office/drawing/2010/main" id="{A94A8054-0B13-4378-9E83-0393369A8516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6909349" y="1703203"/>
            <a:ext cx="1143000" cy="360098"/>
          </a:xfrm>
          <a:prstGeom prst="rect">
            <a:avLst/>
          </a:prstGeom>
          <a:solidFill>
            <a:srgbClr val="243e36"/>
          </a:solidFill>
        </p:spPr>
        <p:txBody>
          <a:bodyPr anchor="ctr" bIns="0" lIns="0" rIns="0" rtlCol="0" tIns="0" wrap="square">
            <a:noAutofit/>
          </a:bodyPr>
          <a:lstStyle>
            <a:lvl1pPr algn="ctr" indent="0" lvl="0" marL="0" marR="0" rtl="false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b="1" dirty="0" lang="en-US" sz="1600">
                <a:solidFill>
                  <a:srgbClr val="c2a83e"/>
                </a:solidFill>
                <a:latin typeface="Source Sans Pro"/>
              </a:defRPr>
            </a:lvl1pPr>
          </a:lstStyle>
          <a:p>
            <a:pPr algn="ctr" indent="0" lvl="0" marL="0" marR="0" rtl="false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dirty="0" lang="en-US"/>
              <a:t>Year</a:t>
            </a:r>
            <a:endParaRPr dirty="0" lang="en-US"/>
          </a:p>
        </p:txBody>
      </p:sp>
      <p:sp>
        <p:nvSpPr>
          <p:cNvPr id="7" name="Text Placeholder 7">
            <a:extLst>
              <a:ext uri="{FAFE99AA-CD75-45E8-965D-3ACC644F9D92}">
                <a16:creationId xmlns:a16="http://schemas.microsoft.com/office/drawing/2010/main" id="{333A782F-F27C-40B2-AEB3-56AD51A6DF70}"/>
              </a:ext>
            </a:extLst>
          </p:cNvPr>
          <p:cNvSpPr>
            <a:spLocks noGrp="true"/>
          </p:cNvSpPr>
          <p:nvPr>
            <p:ph idx="5" type="body"/>
          </p:nvPr>
        </p:nvSpPr>
        <p:spPr>
          <a:xfrm rot="0">
            <a:off x="1136151" y="2200294"/>
            <a:ext cx="1143000" cy="85725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8" name="Text Placeholder 7">
            <a:extLst>
              <a:ext uri="{1DA1046E-6450-4436-A417-B28B7EB40E92}">
                <a16:creationId xmlns:a16="http://schemas.microsoft.com/office/drawing/2010/main" id="{A914FFF2-88D2-46A7-A733-D9EA4766215E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2569921" y="3911660"/>
            <a:ext cx="1143000" cy="85725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9" name="Text Placeholder 7">
            <a:extLst>
              <a:ext uri="{0CC6B227-049D-4520-9EE8-4B55ED10C562}">
                <a16:creationId xmlns:a16="http://schemas.microsoft.com/office/drawing/2010/main" id="{CFFB3766-E793-4079-9DA1-F46415120FDF}"/>
              </a:ext>
            </a:extLst>
          </p:cNvPr>
          <p:cNvSpPr>
            <a:spLocks noGrp="true"/>
          </p:cNvSpPr>
          <p:nvPr>
            <p:ph idx="7" type="body"/>
          </p:nvPr>
        </p:nvSpPr>
        <p:spPr>
          <a:xfrm rot="0">
            <a:off x="4003700" y="2200294"/>
            <a:ext cx="1143000" cy="85725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10" name="Text Placeholder 7">
            <a:extLst>
              <a:ext uri="{56620AA8-22E3-482F-977F-BDA1805DDF8E}">
                <a16:creationId xmlns:a16="http://schemas.microsoft.com/office/drawing/2010/main" id="{226536B8-DFC5-43E6-836A-6896F14F899F}"/>
              </a:ext>
            </a:extLst>
          </p:cNvPr>
          <p:cNvSpPr>
            <a:spLocks noGrp="true"/>
          </p:cNvSpPr>
          <p:nvPr>
            <p:ph idx="8" type="body"/>
          </p:nvPr>
        </p:nvSpPr>
        <p:spPr>
          <a:xfrm rot="0">
            <a:off x="5427926" y="3911660"/>
            <a:ext cx="1143000" cy="85725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11" name="Text Placeholder 7">
            <a:extLst>
              <a:ext uri="{1D5D57BA-037B-46B7-950D-8098EB96F5E3}">
                <a16:creationId xmlns:a16="http://schemas.microsoft.com/office/drawing/2010/main" id="{85DAD830-F681-4E82-8A1E-67617C8F11A2}"/>
              </a:ext>
            </a:extLst>
          </p:cNvPr>
          <p:cNvSpPr>
            <a:spLocks noGrp="true"/>
          </p:cNvSpPr>
          <p:nvPr>
            <p:ph idx="9" type="body"/>
          </p:nvPr>
        </p:nvSpPr>
        <p:spPr>
          <a:xfrm rot="0">
            <a:off x="6871249" y="2200294"/>
            <a:ext cx="1143000" cy="85725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12" name="Arc 1">
            <a:extLst>
              <a:ext uri="{43F6681D-7324-45D7-AC2B-1E4D521C9347}">
                <a16:creationId xmlns:a16="http://schemas.microsoft.com/office/drawing/2010/main" id="{869A97BA-2C8A-410D-A4CA-5AD566E61E5B}"/>
              </a:ext>
            </a:extLst>
          </p:cNvPr>
          <p:cNvSpPr/>
          <p:nvPr userDrawn="1"/>
        </p:nvSpPr>
        <p:spPr>
          <a:xfrm rot="10800000">
            <a:off x="987561" y="2271674"/>
            <a:ext cx="1433775" cy="1433775"/>
          </a:xfrm>
          <a:prstGeom prst="arc">
            <a:avLst>
              <a:gd fmla="val 10846453" name="adj1"/>
              <a:gd fmla="val 0" name="adj2"/>
            </a:avLst>
          </a:prstGeom>
          <a:solidFill>
            <a:schemeClr val="bg1"/>
          </a:solidFill>
          <a:ln cap="rnd" w="228600">
            <a:solidFill>
              <a:srgbClr val="243e36"/>
            </a:solidFill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3" name="Arc 33">
            <a:extLst>
              <a:ext uri="{D9FB1F7D-5202-409F-8C2F-328551B38AC3}">
                <a16:creationId xmlns:a16="http://schemas.microsoft.com/office/drawing/2010/main" id="{DC843776-2549-4F28-954D-880324A6EA5C}"/>
              </a:ext>
            </a:extLst>
          </p:cNvPr>
          <p:cNvSpPr/>
          <p:nvPr userDrawn="1"/>
        </p:nvSpPr>
        <p:spPr>
          <a:xfrm rot="10800000">
            <a:off x="3855110" y="2271674"/>
            <a:ext cx="1433775" cy="1433775"/>
          </a:xfrm>
          <a:prstGeom prst="arc">
            <a:avLst>
              <a:gd fmla="val 10846453" name="adj1"/>
              <a:gd fmla="val 0" name="adj2"/>
            </a:avLst>
          </a:prstGeom>
          <a:solidFill>
            <a:schemeClr val="bg1"/>
          </a:solidFill>
          <a:ln cap="rnd" w="228600">
            <a:solidFill>
              <a:srgbClr val="243e36"/>
            </a:solidFill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4" name="Arc 35">
            <a:extLst>
              <a:ext uri="{979A6F67-5C26-4DE4-9476-F800954B7DA5}">
                <a16:creationId xmlns:a16="http://schemas.microsoft.com/office/drawing/2010/main" id="{EA3CBE71-E2BB-4E08-A328-DF1DD3CFC045}"/>
              </a:ext>
            </a:extLst>
          </p:cNvPr>
          <p:cNvSpPr/>
          <p:nvPr userDrawn="1"/>
        </p:nvSpPr>
        <p:spPr>
          <a:xfrm rot="10800000">
            <a:off x="6722659" y="2271674"/>
            <a:ext cx="1433775" cy="1433775"/>
          </a:xfrm>
          <a:prstGeom prst="arc">
            <a:avLst>
              <a:gd fmla="val 10846453" name="adj1"/>
              <a:gd fmla="val 0" name="adj2"/>
            </a:avLst>
          </a:prstGeom>
          <a:solidFill>
            <a:schemeClr val="bg1"/>
          </a:solidFill>
          <a:ln cap="rnd" w="228600">
            <a:solidFill>
              <a:srgbClr val="243e36"/>
            </a:solidFill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5" name="Arc 32">
            <a:extLst>
              <a:ext uri="{3289694E-6DC4-4BD8-807D-B349FB542EFC}">
                <a16:creationId xmlns:a16="http://schemas.microsoft.com/office/drawing/2010/main" id="{223EF35C-6A6A-4D28-AA01-47BB9D092FA2}"/>
              </a:ext>
            </a:extLst>
          </p:cNvPr>
          <p:cNvSpPr/>
          <p:nvPr userDrawn="1"/>
        </p:nvSpPr>
        <p:spPr>
          <a:xfrm flipV="true" rot="10800000">
            <a:off x="2421340" y="2271674"/>
            <a:ext cx="1433775" cy="1433775"/>
          </a:xfrm>
          <a:prstGeom prst="arc">
            <a:avLst>
              <a:gd fmla="val 10846453" name="adj1"/>
              <a:gd fmla="val 0" name="adj2"/>
            </a:avLst>
          </a:prstGeom>
          <a:solidFill>
            <a:schemeClr val="bg1"/>
          </a:solidFill>
          <a:ln cap="rnd" w="228600">
            <a:solidFill>
              <a:srgbClr val="c2a83e"/>
            </a:solidFill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ot="10800000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6" name="Arc 34">
            <a:extLst>
              <a:ext uri="{5801FA33-6EC7-44A2-9623-34807CC5FB39}">
                <a16:creationId xmlns:a16="http://schemas.microsoft.com/office/drawing/2010/main" id="{D816036E-95DB-4EC9-967D-3A9858D4A995}"/>
              </a:ext>
            </a:extLst>
          </p:cNvPr>
          <p:cNvSpPr/>
          <p:nvPr userDrawn="1"/>
        </p:nvSpPr>
        <p:spPr>
          <a:xfrm flipV="true" rot="10800000">
            <a:off x="5288889" y="2271674"/>
            <a:ext cx="1433775" cy="1433775"/>
          </a:xfrm>
          <a:prstGeom prst="arc">
            <a:avLst>
              <a:gd fmla="val 10846453" name="adj1"/>
              <a:gd fmla="val 0" name="adj2"/>
            </a:avLst>
          </a:prstGeom>
          <a:solidFill>
            <a:schemeClr val="bg1"/>
          </a:solidFill>
          <a:ln cap="rnd" w="228600">
            <a:solidFill>
              <a:srgbClr val="c2a83e"/>
            </a:solidFill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ot="10800000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grpSp>
        <p:nvGrpSpPr>
          <p:cNvPr id="17" name="Grupo 384">
            <a:extLst>
              <a:ext uri="{76A80B42-CD7A-4E15-91FD-33CC015A0457}">
                <a16:creationId xmlns:a16="http://schemas.microsoft.com/office/drawing/2010/main" id="{89482AFF-74AD-4E41-B88A-00AF96ECDF52}"/>
              </a:ext>
            </a:extLst>
          </p:cNvPr>
          <p:cNvGrpSpPr/>
          <p:nvPr/>
        </p:nvGrpSpPr>
        <p:grpSpPr>
          <a:xfrm rot="0">
            <a:off x="1588383" y="3058822"/>
            <a:ext cx="232133" cy="266369"/>
            <a:chOff x="4141419" y="248176"/>
            <a:chExt cx="411959" cy="472716"/>
          </a:xfrm>
          <a:solidFill>
            <a:srgbClr val="243e36"/>
          </a:solidFill>
        </p:grpSpPr>
        <p:sp>
          <p:nvSpPr>
            <p:cNvPr id="18" name="Freeform 6881">
              <a:extLst>
                <a:ext uri="{85F786EB-A387-4D61-A5F1-F383C83C6C2F}">
                  <a16:creationId xmlns:a16="http://schemas.microsoft.com/office/drawing/2010/main" id="{8FFEF443-01D0-4725-AAD1-F0ADAEDF8F54}"/>
                </a:ext>
              </a:extLst>
            </p:cNvPr>
            <p:cNvSpPr/>
            <p:nvPr/>
          </p:nvSpPr>
          <p:spPr>
            <a:xfrm rot="0">
              <a:off x="4461502" y="311896"/>
              <a:ext cx="75576" cy="84467"/>
            </a:xfrm>
            <a:custGeom>
              <a:avLst/>
              <a:gdLst/>
              <a:ahLst/>
              <a:cxnLst/>
              <a:rect b="b" l="0" r="r" t="0"/>
              <a:pathLst>
                <a:path h="84467" w="75576">
                  <a:moveTo>
                    <a:pt x="56312" y="0"/>
                  </a:moveTo>
                  <a:lnTo>
                    <a:pt x="62239" y="0"/>
                  </a:lnTo>
                  <a:lnTo>
                    <a:pt x="66685" y="1482"/>
                  </a:lnTo>
                  <a:lnTo>
                    <a:pt x="71130" y="5928"/>
                  </a:lnTo>
                  <a:lnTo>
                    <a:pt x="74094" y="13337"/>
                  </a:lnTo>
                  <a:lnTo>
                    <a:pt x="75576" y="17783"/>
                  </a:lnTo>
                  <a:lnTo>
                    <a:pt x="74094" y="23710"/>
                  </a:lnTo>
                  <a:lnTo>
                    <a:pt x="71130" y="28156"/>
                  </a:lnTo>
                  <a:lnTo>
                    <a:pt x="35565" y="77058"/>
                  </a:lnTo>
                  <a:lnTo>
                    <a:pt x="31120" y="81503"/>
                  </a:lnTo>
                  <a:lnTo>
                    <a:pt x="25192" y="84467"/>
                  </a:lnTo>
                  <a:lnTo>
                    <a:pt x="20746" y="84467"/>
                  </a:lnTo>
                  <a:lnTo>
                    <a:pt x="13337" y="84467"/>
                  </a:lnTo>
                  <a:lnTo>
                    <a:pt x="8891" y="81503"/>
                  </a:lnTo>
                  <a:lnTo>
                    <a:pt x="4446" y="77058"/>
                  </a:lnTo>
                  <a:lnTo>
                    <a:pt x="2964" y="71130"/>
                  </a:lnTo>
                  <a:lnTo>
                    <a:pt x="0" y="66684"/>
                  </a:lnTo>
                  <a:lnTo>
                    <a:pt x="2964" y="59275"/>
                  </a:lnTo>
                  <a:lnTo>
                    <a:pt x="4446" y="54829"/>
                  </a:lnTo>
                  <a:lnTo>
                    <a:pt x="40011" y="5928"/>
                  </a:lnTo>
                  <a:lnTo>
                    <a:pt x="44456" y="1482"/>
                  </a:lnTo>
                  <a:lnTo>
                    <a:pt x="51866" y="0"/>
                  </a:lnTo>
                  <a:lnTo>
                    <a:pt x="563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9" name="Freeform 6882">
              <a:extLst>
                <a:ext uri="{BFBF86C6-2A9B-4D2D-B989-9243A3B1C3DB}">
                  <a16:creationId xmlns:a16="http://schemas.microsoft.com/office/drawing/2010/main" id="{8ABE7B0C-A5EF-48A8-AAF2-C5AF6AE647A5}"/>
                </a:ext>
              </a:extLst>
            </p:cNvPr>
            <p:cNvSpPr/>
            <p:nvPr/>
          </p:nvSpPr>
          <p:spPr>
            <a:xfrm rot="0">
              <a:off x="4141419" y="308933"/>
              <a:ext cx="411959" cy="411959"/>
            </a:xfrm>
            <a:custGeom>
              <a:avLst/>
              <a:gdLst/>
              <a:ahLst/>
              <a:cxnLst/>
              <a:rect b="b" l="0" r="r" t="0"/>
              <a:pathLst>
                <a:path h="411959" w="411959">
                  <a:moveTo>
                    <a:pt x="207461" y="38529"/>
                  </a:moveTo>
                  <a:lnTo>
                    <a:pt x="163005" y="44456"/>
                  </a:lnTo>
                  <a:lnTo>
                    <a:pt x="122995" y="60757"/>
                  </a:lnTo>
                  <a:lnTo>
                    <a:pt x="87430" y="87430"/>
                  </a:lnTo>
                  <a:lnTo>
                    <a:pt x="60757" y="120031"/>
                  </a:lnTo>
                  <a:lnTo>
                    <a:pt x="44456" y="160042"/>
                  </a:lnTo>
                  <a:lnTo>
                    <a:pt x="38529" y="204498"/>
                  </a:lnTo>
                  <a:lnTo>
                    <a:pt x="44456" y="248954"/>
                  </a:lnTo>
                  <a:lnTo>
                    <a:pt x="60757" y="288964"/>
                  </a:lnTo>
                  <a:lnTo>
                    <a:pt x="87430" y="324529"/>
                  </a:lnTo>
                  <a:lnTo>
                    <a:pt x="122995" y="351202"/>
                  </a:lnTo>
                  <a:lnTo>
                    <a:pt x="163005" y="367503"/>
                  </a:lnTo>
                  <a:lnTo>
                    <a:pt x="207461" y="373430"/>
                  </a:lnTo>
                  <a:lnTo>
                    <a:pt x="251917" y="367503"/>
                  </a:lnTo>
                  <a:lnTo>
                    <a:pt x="291928" y="351202"/>
                  </a:lnTo>
                  <a:lnTo>
                    <a:pt x="324529" y="324529"/>
                  </a:lnTo>
                  <a:lnTo>
                    <a:pt x="351202" y="288964"/>
                  </a:lnTo>
                  <a:lnTo>
                    <a:pt x="367503" y="248954"/>
                  </a:lnTo>
                  <a:lnTo>
                    <a:pt x="373430" y="204498"/>
                  </a:lnTo>
                  <a:lnTo>
                    <a:pt x="367503" y="160042"/>
                  </a:lnTo>
                  <a:lnTo>
                    <a:pt x="351202" y="120031"/>
                  </a:lnTo>
                  <a:lnTo>
                    <a:pt x="324529" y="87430"/>
                  </a:lnTo>
                  <a:lnTo>
                    <a:pt x="291928" y="60757"/>
                  </a:lnTo>
                  <a:lnTo>
                    <a:pt x="251917" y="44456"/>
                  </a:lnTo>
                  <a:lnTo>
                    <a:pt x="207461" y="38529"/>
                  </a:lnTo>
                  <a:close/>
                  <a:moveTo>
                    <a:pt x="207461" y="0"/>
                  </a:moveTo>
                  <a:lnTo>
                    <a:pt x="253399" y="4446"/>
                  </a:lnTo>
                  <a:lnTo>
                    <a:pt x="296373" y="20746"/>
                  </a:lnTo>
                  <a:lnTo>
                    <a:pt x="333420" y="44456"/>
                  </a:lnTo>
                  <a:lnTo>
                    <a:pt x="367503" y="78539"/>
                  </a:lnTo>
                  <a:lnTo>
                    <a:pt x="391213" y="115586"/>
                  </a:lnTo>
                  <a:lnTo>
                    <a:pt x="407513" y="158560"/>
                  </a:lnTo>
                  <a:lnTo>
                    <a:pt x="411959" y="204498"/>
                  </a:lnTo>
                  <a:lnTo>
                    <a:pt x="407513" y="253399"/>
                  </a:lnTo>
                  <a:lnTo>
                    <a:pt x="391213" y="296373"/>
                  </a:lnTo>
                  <a:lnTo>
                    <a:pt x="367503" y="333420"/>
                  </a:lnTo>
                  <a:lnTo>
                    <a:pt x="333420" y="367503"/>
                  </a:lnTo>
                  <a:lnTo>
                    <a:pt x="296373" y="391213"/>
                  </a:lnTo>
                  <a:lnTo>
                    <a:pt x="253399" y="407513"/>
                  </a:lnTo>
                  <a:lnTo>
                    <a:pt x="207461" y="411959"/>
                  </a:lnTo>
                  <a:lnTo>
                    <a:pt x="158560" y="407513"/>
                  </a:lnTo>
                  <a:lnTo>
                    <a:pt x="115586" y="391213"/>
                  </a:lnTo>
                  <a:lnTo>
                    <a:pt x="78539" y="367503"/>
                  </a:lnTo>
                  <a:lnTo>
                    <a:pt x="44456" y="333420"/>
                  </a:lnTo>
                  <a:lnTo>
                    <a:pt x="20746" y="296373"/>
                  </a:lnTo>
                  <a:lnTo>
                    <a:pt x="4446" y="253399"/>
                  </a:lnTo>
                  <a:lnTo>
                    <a:pt x="0" y="204498"/>
                  </a:lnTo>
                  <a:lnTo>
                    <a:pt x="4446" y="158560"/>
                  </a:lnTo>
                  <a:lnTo>
                    <a:pt x="20746" y="115586"/>
                  </a:lnTo>
                  <a:lnTo>
                    <a:pt x="44456" y="78539"/>
                  </a:lnTo>
                  <a:lnTo>
                    <a:pt x="78539" y="44456"/>
                  </a:lnTo>
                  <a:lnTo>
                    <a:pt x="115586" y="20746"/>
                  </a:lnTo>
                  <a:lnTo>
                    <a:pt x="158560" y="4446"/>
                  </a:lnTo>
                  <a:lnTo>
                    <a:pt x="2074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0" name="Freeform 6883">
              <a:extLst>
                <a:ext uri="{F6FBD96E-09ED-4F62-8B02-A9B39D702FE1}">
                  <a16:creationId xmlns:a16="http://schemas.microsoft.com/office/drawing/2010/main" id="{742B39F0-B4CE-49C4-8ED7-50BD17B27789}"/>
                </a:ext>
              </a:extLst>
            </p:cNvPr>
            <p:cNvSpPr/>
            <p:nvPr/>
          </p:nvSpPr>
          <p:spPr>
            <a:xfrm rot="0">
              <a:off x="4328134" y="369689"/>
              <a:ext cx="38528" cy="164488"/>
            </a:xfrm>
            <a:custGeom>
              <a:avLst/>
              <a:gdLst/>
              <a:ahLst/>
              <a:cxnLst/>
              <a:rect b="b" l="0" r="r" t="0"/>
              <a:pathLst>
                <a:path h="164488" w="38529">
                  <a:moveTo>
                    <a:pt x="20746" y="0"/>
                  </a:moveTo>
                  <a:lnTo>
                    <a:pt x="26674" y="1482"/>
                  </a:lnTo>
                  <a:lnTo>
                    <a:pt x="34083" y="5927"/>
                  </a:lnTo>
                  <a:lnTo>
                    <a:pt x="35565" y="10373"/>
                  </a:lnTo>
                  <a:lnTo>
                    <a:pt x="38529" y="19264"/>
                  </a:lnTo>
                  <a:lnTo>
                    <a:pt x="38529" y="143742"/>
                  </a:lnTo>
                  <a:lnTo>
                    <a:pt x="35565" y="152633"/>
                  </a:lnTo>
                  <a:lnTo>
                    <a:pt x="34083" y="157079"/>
                  </a:lnTo>
                  <a:lnTo>
                    <a:pt x="26674" y="161524"/>
                  </a:lnTo>
                  <a:lnTo>
                    <a:pt x="20746" y="164488"/>
                  </a:lnTo>
                  <a:lnTo>
                    <a:pt x="11855" y="161524"/>
                  </a:lnTo>
                  <a:lnTo>
                    <a:pt x="7409" y="157079"/>
                  </a:lnTo>
                  <a:lnTo>
                    <a:pt x="2964" y="152633"/>
                  </a:lnTo>
                  <a:lnTo>
                    <a:pt x="0" y="143742"/>
                  </a:lnTo>
                  <a:lnTo>
                    <a:pt x="0" y="19264"/>
                  </a:lnTo>
                  <a:lnTo>
                    <a:pt x="2964" y="10373"/>
                  </a:lnTo>
                  <a:lnTo>
                    <a:pt x="7409" y="5927"/>
                  </a:lnTo>
                  <a:lnTo>
                    <a:pt x="11855" y="1482"/>
                  </a:lnTo>
                  <a:lnTo>
                    <a:pt x="207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1" name="Freeform 6884">
              <a:extLst>
                <a:ext uri="{3793A17F-8255-442A-B2B9-F085B5BCAA07}">
                  <a16:creationId xmlns:a16="http://schemas.microsoft.com/office/drawing/2010/main" id="{713A47BD-F6BF-4C0D-B634-3BF7951EFF36}"/>
                </a:ext>
              </a:extLst>
            </p:cNvPr>
            <p:cNvSpPr/>
            <p:nvPr/>
          </p:nvSpPr>
          <p:spPr>
            <a:xfrm rot="0">
              <a:off x="4277751" y="248176"/>
              <a:ext cx="139295" cy="38528"/>
            </a:xfrm>
            <a:custGeom>
              <a:avLst/>
              <a:gdLst/>
              <a:ahLst/>
              <a:cxnLst/>
              <a:rect b="b" l="0" r="r" t="0"/>
              <a:pathLst>
                <a:path h="38529" w="139295">
                  <a:moveTo>
                    <a:pt x="17782" y="0"/>
                  </a:moveTo>
                  <a:lnTo>
                    <a:pt x="121513" y="0"/>
                  </a:lnTo>
                  <a:lnTo>
                    <a:pt x="128922" y="2964"/>
                  </a:lnTo>
                  <a:lnTo>
                    <a:pt x="134849" y="4446"/>
                  </a:lnTo>
                  <a:lnTo>
                    <a:pt x="139295" y="11855"/>
                  </a:lnTo>
                  <a:lnTo>
                    <a:pt x="139295" y="17783"/>
                  </a:lnTo>
                  <a:lnTo>
                    <a:pt x="139295" y="26674"/>
                  </a:lnTo>
                  <a:lnTo>
                    <a:pt x="134849" y="34083"/>
                  </a:lnTo>
                  <a:lnTo>
                    <a:pt x="128922" y="35565"/>
                  </a:lnTo>
                  <a:lnTo>
                    <a:pt x="121513" y="38529"/>
                  </a:lnTo>
                  <a:lnTo>
                    <a:pt x="17782" y="38529"/>
                  </a:lnTo>
                  <a:lnTo>
                    <a:pt x="10373" y="35565"/>
                  </a:lnTo>
                  <a:lnTo>
                    <a:pt x="4446" y="34083"/>
                  </a:lnTo>
                  <a:lnTo>
                    <a:pt x="0" y="26674"/>
                  </a:lnTo>
                  <a:lnTo>
                    <a:pt x="0" y="17783"/>
                  </a:lnTo>
                  <a:lnTo>
                    <a:pt x="0" y="11855"/>
                  </a:lnTo>
                  <a:lnTo>
                    <a:pt x="4446" y="4446"/>
                  </a:lnTo>
                  <a:lnTo>
                    <a:pt x="10373" y="2964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2" name="Freeform 6885">
              <a:extLst>
                <a:ext uri="{F58206CD-1430-4FCD-A988-092115323E7C}">
                  <a16:creationId xmlns:a16="http://schemas.microsoft.com/office/drawing/2010/main" id="{D46EA354-6479-413E-AED2-83E366DD5873}"/>
                </a:ext>
              </a:extLst>
            </p:cNvPr>
            <p:cNvSpPr/>
            <p:nvPr/>
          </p:nvSpPr>
          <p:spPr>
            <a:xfrm rot="0">
              <a:off x="4328134" y="264476"/>
              <a:ext cx="38528" cy="82983"/>
            </a:xfrm>
            <a:custGeom>
              <a:avLst/>
              <a:gdLst/>
              <a:ahLst/>
              <a:cxnLst/>
              <a:rect b="b" l="0" r="r" t="0"/>
              <a:pathLst>
                <a:path h="82984" w="38529">
                  <a:moveTo>
                    <a:pt x="20746" y="0"/>
                  </a:moveTo>
                  <a:lnTo>
                    <a:pt x="26674" y="1482"/>
                  </a:lnTo>
                  <a:lnTo>
                    <a:pt x="34083" y="5927"/>
                  </a:lnTo>
                  <a:lnTo>
                    <a:pt x="35565" y="10373"/>
                  </a:lnTo>
                  <a:lnTo>
                    <a:pt x="38529" y="19264"/>
                  </a:lnTo>
                  <a:lnTo>
                    <a:pt x="38529" y="62238"/>
                  </a:lnTo>
                  <a:lnTo>
                    <a:pt x="35565" y="71129"/>
                  </a:lnTo>
                  <a:lnTo>
                    <a:pt x="34083" y="75575"/>
                  </a:lnTo>
                  <a:lnTo>
                    <a:pt x="26674" y="80020"/>
                  </a:lnTo>
                  <a:lnTo>
                    <a:pt x="20746" y="82984"/>
                  </a:lnTo>
                  <a:lnTo>
                    <a:pt x="11855" y="80020"/>
                  </a:lnTo>
                  <a:lnTo>
                    <a:pt x="7409" y="75575"/>
                  </a:lnTo>
                  <a:lnTo>
                    <a:pt x="2964" y="71129"/>
                  </a:lnTo>
                  <a:lnTo>
                    <a:pt x="0" y="62238"/>
                  </a:lnTo>
                  <a:lnTo>
                    <a:pt x="0" y="19264"/>
                  </a:lnTo>
                  <a:lnTo>
                    <a:pt x="2964" y="10373"/>
                  </a:lnTo>
                  <a:lnTo>
                    <a:pt x="7409" y="5927"/>
                  </a:lnTo>
                  <a:lnTo>
                    <a:pt x="11855" y="1482"/>
                  </a:lnTo>
                  <a:lnTo>
                    <a:pt x="207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grpSp>
        <p:nvGrpSpPr>
          <p:cNvPr id="23" name="Grupo 398">
            <a:extLst>
              <a:ext uri="{26E9F2B5-92EB-4E06-ADD5-AD98348AACEA}">
                <a16:creationId xmlns:a16="http://schemas.microsoft.com/office/drawing/2010/main" id="{8DCEFD5D-4BA5-4EA8-8B9E-E4FEA1268AD6}"/>
              </a:ext>
            </a:extLst>
          </p:cNvPr>
          <p:cNvGrpSpPr/>
          <p:nvPr/>
        </p:nvGrpSpPr>
        <p:grpSpPr>
          <a:xfrm rot="0">
            <a:off x="4443407" y="3068007"/>
            <a:ext cx="257183" cy="257184"/>
            <a:chOff x="4119192" y="1432186"/>
            <a:chExt cx="456415" cy="456415"/>
          </a:xfrm>
          <a:solidFill>
            <a:srgbClr val="243e36"/>
          </a:solidFill>
        </p:grpSpPr>
        <p:sp>
          <p:nvSpPr>
            <p:cNvPr id="24" name="Freeform 6967">
              <a:extLst>
                <a:ext uri="{4D50B605-8785-4AC9-A34F-B1E2AA239B1C}">
                  <a16:creationId xmlns:a16="http://schemas.microsoft.com/office/drawing/2010/main" id="{4BE9A1BA-B0B7-4D5E-9059-B5E2A40647F0}"/>
                </a:ext>
              </a:extLst>
            </p:cNvPr>
            <p:cNvSpPr/>
            <p:nvPr/>
          </p:nvSpPr>
          <p:spPr>
            <a:xfrm rot="0">
              <a:off x="4119192" y="1432186"/>
              <a:ext cx="456415" cy="456415"/>
            </a:xfrm>
            <a:custGeom>
              <a:avLst/>
              <a:gdLst/>
              <a:ahLst/>
              <a:cxnLst/>
              <a:rect b="b" l="0" r="r" t="0"/>
              <a:pathLst>
                <a:path h="456415" w="456415">
                  <a:moveTo>
                    <a:pt x="297855" y="40010"/>
                  </a:moveTo>
                  <a:lnTo>
                    <a:pt x="40010" y="297855"/>
                  </a:lnTo>
                  <a:lnTo>
                    <a:pt x="42974" y="354166"/>
                  </a:lnTo>
                  <a:lnTo>
                    <a:pt x="42974" y="411959"/>
                  </a:lnTo>
                  <a:lnTo>
                    <a:pt x="100767" y="413441"/>
                  </a:lnTo>
                  <a:lnTo>
                    <a:pt x="158560" y="416405"/>
                  </a:lnTo>
                  <a:lnTo>
                    <a:pt x="413441" y="158560"/>
                  </a:lnTo>
                  <a:lnTo>
                    <a:pt x="395658" y="120031"/>
                  </a:lnTo>
                  <a:lnTo>
                    <a:pt x="368985" y="87430"/>
                  </a:lnTo>
                  <a:lnTo>
                    <a:pt x="336384" y="59275"/>
                  </a:lnTo>
                  <a:lnTo>
                    <a:pt x="297855" y="40010"/>
                  </a:lnTo>
                  <a:close/>
                  <a:moveTo>
                    <a:pt x="291928" y="0"/>
                  </a:moveTo>
                  <a:lnTo>
                    <a:pt x="297855" y="0"/>
                  </a:lnTo>
                  <a:lnTo>
                    <a:pt x="333420" y="14819"/>
                  </a:lnTo>
                  <a:lnTo>
                    <a:pt x="367503" y="35565"/>
                  </a:lnTo>
                  <a:lnTo>
                    <a:pt x="395658" y="59275"/>
                  </a:lnTo>
                  <a:lnTo>
                    <a:pt x="420850" y="88912"/>
                  </a:lnTo>
                  <a:lnTo>
                    <a:pt x="440114" y="122995"/>
                  </a:lnTo>
                  <a:lnTo>
                    <a:pt x="453451" y="158560"/>
                  </a:lnTo>
                  <a:lnTo>
                    <a:pt x="456415" y="164487"/>
                  </a:lnTo>
                  <a:lnTo>
                    <a:pt x="453451" y="171897"/>
                  </a:lnTo>
                  <a:lnTo>
                    <a:pt x="449006" y="177824"/>
                  </a:lnTo>
                  <a:lnTo>
                    <a:pt x="177824" y="449006"/>
                  </a:lnTo>
                  <a:lnTo>
                    <a:pt x="171897" y="453451"/>
                  </a:lnTo>
                  <a:lnTo>
                    <a:pt x="164487" y="456415"/>
                  </a:lnTo>
                  <a:lnTo>
                    <a:pt x="163005" y="456415"/>
                  </a:lnTo>
                  <a:lnTo>
                    <a:pt x="96321" y="451969"/>
                  </a:lnTo>
                  <a:lnTo>
                    <a:pt x="25192" y="449006"/>
                  </a:lnTo>
                  <a:lnTo>
                    <a:pt x="17782" y="449006"/>
                  </a:lnTo>
                  <a:lnTo>
                    <a:pt x="11855" y="444560"/>
                  </a:lnTo>
                  <a:lnTo>
                    <a:pt x="7409" y="438633"/>
                  </a:lnTo>
                  <a:lnTo>
                    <a:pt x="4446" y="431223"/>
                  </a:lnTo>
                  <a:lnTo>
                    <a:pt x="4446" y="360094"/>
                  </a:lnTo>
                  <a:lnTo>
                    <a:pt x="0" y="293410"/>
                  </a:lnTo>
                  <a:lnTo>
                    <a:pt x="0" y="287482"/>
                  </a:lnTo>
                  <a:lnTo>
                    <a:pt x="2964" y="283037"/>
                  </a:lnTo>
                  <a:lnTo>
                    <a:pt x="7409" y="278591"/>
                  </a:lnTo>
                  <a:lnTo>
                    <a:pt x="278591" y="5927"/>
                  </a:lnTo>
                  <a:lnTo>
                    <a:pt x="284518" y="1482"/>
                  </a:lnTo>
                  <a:lnTo>
                    <a:pt x="2919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5" name="Freeform 6968">
              <a:extLst>
                <a:ext uri="{A1AAE68B-CB16-4925-B0BB-C9EEE8404629}">
                  <a16:creationId xmlns:a16="http://schemas.microsoft.com/office/drawing/2010/main" id="{FF3B7522-B7A5-472C-915A-853E4A3C9193}"/>
                </a:ext>
              </a:extLst>
            </p:cNvPr>
            <p:cNvSpPr/>
            <p:nvPr/>
          </p:nvSpPr>
          <p:spPr>
            <a:xfrm rot="0">
              <a:off x="4371109" y="1487015"/>
              <a:ext cx="148187" cy="149668"/>
            </a:xfrm>
            <a:custGeom>
              <a:avLst/>
              <a:gdLst/>
              <a:ahLst/>
              <a:cxnLst/>
              <a:rect b="b" l="0" r="r" t="0"/>
              <a:pathLst>
                <a:path h="149669" w="148187">
                  <a:moveTo>
                    <a:pt x="10373" y="0"/>
                  </a:moveTo>
                  <a:lnTo>
                    <a:pt x="14819" y="2964"/>
                  </a:lnTo>
                  <a:lnTo>
                    <a:pt x="146705" y="131887"/>
                  </a:lnTo>
                  <a:lnTo>
                    <a:pt x="148187" y="136332"/>
                  </a:lnTo>
                  <a:lnTo>
                    <a:pt x="148187" y="143742"/>
                  </a:lnTo>
                  <a:lnTo>
                    <a:pt x="146705" y="148187"/>
                  </a:lnTo>
                  <a:lnTo>
                    <a:pt x="142260" y="148187"/>
                  </a:lnTo>
                  <a:lnTo>
                    <a:pt x="139296" y="149669"/>
                  </a:lnTo>
                  <a:lnTo>
                    <a:pt x="134850" y="148187"/>
                  </a:lnTo>
                  <a:lnTo>
                    <a:pt x="133368" y="148187"/>
                  </a:lnTo>
                  <a:lnTo>
                    <a:pt x="1482" y="16301"/>
                  </a:lnTo>
                  <a:lnTo>
                    <a:pt x="0" y="11855"/>
                  </a:lnTo>
                  <a:lnTo>
                    <a:pt x="0" y="7409"/>
                  </a:lnTo>
                  <a:lnTo>
                    <a:pt x="1482" y="2964"/>
                  </a:lnTo>
                  <a:lnTo>
                    <a:pt x="5927" y="0"/>
                  </a:lnTo>
                  <a:lnTo>
                    <a:pt x="103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6" name="Freeform 6969">
              <a:extLst>
                <a:ext uri="{A42084BD-832F-41A8-8885-A69CE1FD6EA6}">
                  <a16:creationId xmlns:a16="http://schemas.microsoft.com/office/drawing/2010/main" id="{839CB20B-A194-42BA-BC41-93CB55140038}"/>
                </a:ext>
              </a:extLst>
            </p:cNvPr>
            <p:cNvSpPr/>
            <p:nvPr/>
          </p:nvSpPr>
          <p:spPr>
            <a:xfrm rot="0">
              <a:off x="4145865" y="1712259"/>
              <a:ext cx="146705" cy="149668"/>
            </a:xfrm>
            <a:custGeom>
              <a:avLst/>
              <a:gdLst/>
              <a:ahLst/>
              <a:cxnLst/>
              <a:rect b="b" l="0" r="r" t="0"/>
              <a:pathLst>
                <a:path h="149669" w="146705">
                  <a:moveTo>
                    <a:pt x="7409" y="0"/>
                  </a:moveTo>
                  <a:lnTo>
                    <a:pt x="11855" y="2964"/>
                  </a:lnTo>
                  <a:lnTo>
                    <a:pt x="57793" y="22228"/>
                  </a:lnTo>
                  <a:lnTo>
                    <a:pt x="96321" y="53347"/>
                  </a:lnTo>
                  <a:lnTo>
                    <a:pt x="127441" y="91876"/>
                  </a:lnTo>
                  <a:lnTo>
                    <a:pt x="146705" y="137814"/>
                  </a:lnTo>
                  <a:lnTo>
                    <a:pt x="146705" y="142260"/>
                  </a:lnTo>
                  <a:lnTo>
                    <a:pt x="145223" y="146705"/>
                  </a:lnTo>
                  <a:lnTo>
                    <a:pt x="142259" y="149669"/>
                  </a:lnTo>
                  <a:lnTo>
                    <a:pt x="137814" y="149669"/>
                  </a:lnTo>
                  <a:lnTo>
                    <a:pt x="136332" y="149669"/>
                  </a:lnTo>
                  <a:lnTo>
                    <a:pt x="131886" y="146705"/>
                  </a:lnTo>
                  <a:lnTo>
                    <a:pt x="128923" y="142260"/>
                  </a:lnTo>
                  <a:lnTo>
                    <a:pt x="111140" y="102249"/>
                  </a:lnTo>
                  <a:lnTo>
                    <a:pt x="82985" y="66684"/>
                  </a:lnTo>
                  <a:lnTo>
                    <a:pt x="47420" y="38529"/>
                  </a:lnTo>
                  <a:lnTo>
                    <a:pt x="7409" y="20746"/>
                  </a:lnTo>
                  <a:lnTo>
                    <a:pt x="2964" y="16301"/>
                  </a:lnTo>
                  <a:lnTo>
                    <a:pt x="0" y="13337"/>
                  </a:lnTo>
                  <a:lnTo>
                    <a:pt x="0" y="7409"/>
                  </a:lnTo>
                  <a:lnTo>
                    <a:pt x="2964" y="2964"/>
                  </a:lnTo>
                  <a:lnTo>
                    <a:pt x="74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7" name="Freeform 6970">
              <a:extLst>
                <a:ext uri="{38E16815-8E4D-4BFF-8350-B3836F67764B}">
                  <a16:creationId xmlns:a16="http://schemas.microsoft.com/office/drawing/2010/main" id="{A2929FC9-58F7-4D5D-9042-0CB802ACA95F}"/>
                </a:ext>
              </a:extLst>
            </p:cNvPr>
            <p:cNvSpPr/>
            <p:nvPr/>
          </p:nvSpPr>
          <p:spPr>
            <a:xfrm rot="0">
              <a:off x="4132528" y="1786352"/>
              <a:ext cx="87431" cy="88912"/>
            </a:xfrm>
            <a:custGeom>
              <a:avLst/>
              <a:gdLst/>
              <a:ahLst/>
              <a:cxnLst/>
              <a:rect b="b" l="0" r="r" t="0"/>
              <a:pathLst>
                <a:path h="88912" w="87431">
                  <a:moveTo>
                    <a:pt x="17783" y="19264"/>
                  </a:moveTo>
                  <a:lnTo>
                    <a:pt x="20746" y="68166"/>
                  </a:lnTo>
                  <a:lnTo>
                    <a:pt x="66685" y="71130"/>
                  </a:lnTo>
                  <a:lnTo>
                    <a:pt x="60757" y="44456"/>
                  </a:lnTo>
                  <a:lnTo>
                    <a:pt x="42975" y="26674"/>
                  </a:lnTo>
                  <a:lnTo>
                    <a:pt x="17783" y="19264"/>
                  </a:lnTo>
                  <a:close/>
                  <a:moveTo>
                    <a:pt x="13337" y="0"/>
                  </a:moveTo>
                  <a:lnTo>
                    <a:pt x="42975" y="5927"/>
                  </a:lnTo>
                  <a:lnTo>
                    <a:pt x="65203" y="22228"/>
                  </a:lnTo>
                  <a:lnTo>
                    <a:pt x="80022" y="44456"/>
                  </a:lnTo>
                  <a:lnTo>
                    <a:pt x="87431" y="72611"/>
                  </a:lnTo>
                  <a:lnTo>
                    <a:pt x="87431" y="80021"/>
                  </a:lnTo>
                  <a:lnTo>
                    <a:pt x="84467" y="84466"/>
                  </a:lnTo>
                  <a:lnTo>
                    <a:pt x="80022" y="88912"/>
                  </a:lnTo>
                  <a:lnTo>
                    <a:pt x="75576" y="88912"/>
                  </a:lnTo>
                  <a:lnTo>
                    <a:pt x="75576" y="88912"/>
                  </a:lnTo>
                  <a:lnTo>
                    <a:pt x="11855" y="85948"/>
                  </a:lnTo>
                  <a:lnTo>
                    <a:pt x="7409" y="85948"/>
                  </a:lnTo>
                  <a:lnTo>
                    <a:pt x="2964" y="81503"/>
                  </a:lnTo>
                  <a:lnTo>
                    <a:pt x="2964" y="77057"/>
                  </a:lnTo>
                  <a:lnTo>
                    <a:pt x="0" y="10373"/>
                  </a:lnTo>
                  <a:lnTo>
                    <a:pt x="0" y="4446"/>
                  </a:lnTo>
                  <a:lnTo>
                    <a:pt x="4446" y="1482"/>
                  </a:lnTo>
                  <a:lnTo>
                    <a:pt x="8891" y="0"/>
                  </a:lnTo>
                  <a:lnTo>
                    <a:pt x="11855" y="0"/>
                  </a:lnTo>
                  <a:lnTo>
                    <a:pt x="133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grpSp>
        <p:nvGrpSpPr>
          <p:cNvPr id="28" name="Grupo 403">
            <a:extLst>
              <a:ext uri="{34823A89-5789-45E8-B0AE-71C9961374B3}">
                <a16:creationId xmlns:a16="http://schemas.microsoft.com/office/drawing/2010/main" id="{8F18DFB5-334F-4851-B874-AEDFDD2EB7F4}"/>
              </a:ext>
            </a:extLst>
          </p:cNvPr>
          <p:cNvGrpSpPr/>
          <p:nvPr/>
        </p:nvGrpSpPr>
        <p:grpSpPr>
          <a:xfrm rot="0">
            <a:off x="3005458" y="2615847"/>
            <a:ext cx="265532" cy="299768"/>
            <a:chOff x="1779326" y="2570260"/>
            <a:chExt cx="471232" cy="531990"/>
          </a:xfrm>
          <a:solidFill>
            <a:srgbClr val="c2a83e"/>
          </a:solidFill>
        </p:grpSpPr>
        <p:sp>
          <p:nvSpPr>
            <p:cNvPr id="29" name="Freeform 7179">
              <a:extLst>
                <a:ext uri="{4DD671EB-578C-452B-A3FB-949B91D3CA4A}">
                  <a16:creationId xmlns:a16="http://schemas.microsoft.com/office/drawing/2010/main" id="{8B94684E-BE34-40C6-B7F6-79A76FFF214B}"/>
                </a:ext>
              </a:extLst>
            </p:cNvPr>
            <p:cNvSpPr/>
            <p:nvPr/>
          </p:nvSpPr>
          <p:spPr>
            <a:xfrm rot="0">
              <a:off x="2111263" y="2759938"/>
              <a:ext cx="139295" cy="342311"/>
            </a:xfrm>
            <a:custGeom>
              <a:avLst/>
              <a:gdLst/>
              <a:ahLst/>
              <a:cxnLst/>
              <a:rect b="b" l="0" r="r" t="0"/>
              <a:pathLst>
                <a:path h="342311" w="139295">
                  <a:moveTo>
                    <a:pt x="37047" y="38529"/>
                  </a:moveTo>
                  <a:lnTo>
                    <a:pt x="37047" y="305264"/>
                  </a:lnTo>
                  <a:lnTo>
                    <a:pt x="102248" y="305264"/>
                  </a:lnTo>
                  <a:lnTo>
                    <a:pt x="102248" y="38529"/>
                  </a:lnTo>
                  <a:lnTo>
                    <a:pt x="37047" y="38529"/>
                  </a:lnTo>
                  <a:close/>
                  <a:moveTo>
                    <a:pt x="19264" y="0"/>
                  </a:moveTo>
                  <a:lnTo>
                    <a:pt x="120031" y="0"/>
                  </a:lnTo>
                  <a:lnTo>
                    <a:pt x="125958" y="0"/>
                  </a:lnTo>
                  <a:lnTo>
                    <a:pt x="133368" y="4446"/>
                  </a:lnTo>
                  <a:lnTo>
                    <a:pt x="137813" y="11855"/>
                  </a:lnTo>
                  <a:lnTo>
                    <a:pt x="139295" y="17782"/>
                  </a:lnTo>
                  <a:lnTo>
                    <a:pt x="139295" y="323047"/>
                  </a:lnTo>
                  <a:lnTo>
                    <a:pt x="137813" y="328974"/>
                  </a:lnTo>
                  <a:lnTo>
                    <a:pt x="133368" y="336384"/>
                  </a:lnTo>
                  <a:lnTo>
                    <a:pt x="125958" y="340829"/>
                  </a:lnTo>
                  <a:lnTo>
                    <a:pt x="120031" y="342311"/>
                  </a:lnTo>
                  <a:lnTo>
                    <a:pt x="19264" y="342311"/>
                  </a:lnTo>
                  <a:lnTo>
                    <a:pt x="10373" y="340829"/>
                  </a:lnTo>
                  <a:lnTo>
                    <a:pt x="5927" y="336384"/>
                  </a:lnTo>
                  <a:lnTo>
                    <a:pt x="1482" y="328974"/>
                  </a:lnTo>
                  <a:lnTo>
                    <a:pt x="0" y="323047"/>
                  </a:lnTo>
                  <a:lnTo>
                    <a:pt x="0" y="17782"/>
                  </a:lnTo>
                  <a:lnTo>
                    <a:pt x="1482" y="11855"/>
                  </a:lnTo>
                  <a:lnTo>
                    <a:pt x="5927" y="4446"/>
                  </a:lnTo>
                  <a:lnTo>
                    <a:pt x="10373" y="0"/>
                  </a:lnTo>
                  <a:lnTo>
                    <a:pt x="19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0" name="Freeform 7180">
              <a:extLst>
                <a:ext uri="{F3167A4F-CADF-4C95-86D4-DA1FA58435F0}">
                  <a16:creationId xmlns:a16="http://schemas.microsoft.com/office/drawing/2010/main" id="{5912AAB0-5484-4406-9F76-BA0802163C5D}"/>
                </a:ext>
              </a:extLst>
            </p:cNvPr>
            <p:cNvSpPr/>
            <p:nvPr/>
          </p:nvSpPr>
          <p:spPr>
            <a:xfrm rot="0">
              <a:off x="1943812" y="2888860"/>
              <a:ext cx="140778" cy="213389"/>
            </a:xfrm>
            <a:custGeom>
              <a:avLst/>
              <a:gdLst/>
              <a:ahLst/>
              <a:cxnLst/>
              <a:rect b="b" l="0" r="r" t="0"/>
              <a:pathLst>
                <a:path h="213389" w="140778">
                  <a:moveTo>
                    <a:pt x="38529" y="38529"/>
                  </a:moveTo>
                  <a:lnTo>
                    <a:pt x="38529" y="176342"/>
                  </a:lnTo>
                  <a:lnTo>
                    <a:pt x="102249" y="176342"/>
                  </a:lnTo>
                  <a:lnTo>
                    <a:pt x="102249" y="38529"/>
                  </a:lnTo>
                  <a:lnTo>
                    <a:pt x="38529" y="38529"/>
                  </a:lnTo>
                  <a:close/>
                  <a:moveTo>
                    <a:pt x="20746" y="0"/>
                  </a:moveTo>
                  <a:lnTo>
                    <a:pt x="120032" y="0"/>
                  </a:lnTo>
                  <a:lnTo>
                    <a:pt x="128923" y="2964"/>
                  </a:lnTo>
                  <a:lnTo>
                    <a:pt x="133369" y="7409"/>
                  </a:lnTo>
                  <a:lnTo>
                    <a:pt x="137814" y="11855"/>
                  </a:lnTo>
                  <a:lnTo>
                    <a:pt x="140778" y="20746"/>
                  </a:lnTo>
                  <a:lnTo>
                    <a:pt x="140778" y="194125"/>
                  </a:lnTo>
                  <a:lnTo>
                    <a:pt x="137814" y="200052"/>
                  </a:lnTo>
                  <a:lnTo>
                    <a:pt x="133369" y="207462"/>
                  </a:lnTo>
                  <a:lnTo>
                    <a:pt x="128923" y="211907"/>
                  </a:lnTo>
                  <a:lnTo>
                    <a:pt x="120032" y="213389"/>
                  </a:lnTo>
                  <a:lnTo>
                    <a:pt x="20746" y="213389"/>
                  </a:lnTo>
                  <a:lnTo>
                    <a:pt x="11855" y="211907"/>
                  </a:lnTo>
                  <a:lnTo>
                    <a:pt x="7409" y="207462"/>
                  </a:lnTo>
                  <a:lnTo>
                    <a:pt x="2964" y="200052"/>
                  </a:lnTo>
                  <a:lnTo>
                    <a:pt x="0" y="194125"/>
                  </a:lnTo>
                  <a:lnTo>
                    <a:pt x="0" y="20746"/>
                  </a:lnTo>
                  <a:lnTo>
                    <a:pt x="2964" y="11855"/>
                  </a:lnTo>
                  <a:lnTo>
                    <a:pt x="7409" y="7409"/>
                  </a:lnTo>
                  <a:lnTo>
                    <a:pt x="11855" y="2964"/>
                  </a:lnTo>
                  <a:lnTo>
                    <a:pt x="207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1" name="Freeform 7181">
              <a:extLst>
                <a:ext uri="{89A48D2D-A13C-46E3-963D-F268FFB7E44D}">
                  <a16:creationId xmlns:a16="http://schemas.microsoft.com/office/drawing/2010/main" id="{25F910D0-75D6-41EC-8CFE-1164179EC77C}"/>
                </a:ext>
              </a:extLst>
            </p:cNvPr>
            <p:cNvSpPr/>
            <p:nvPr/>
          </p:nvSpPr>
          <p:spPr>
            <a:xfrm rot="0">
              <a:off x="1779326" y="2985182"/>
              <a:ext cx="137813" cy="117068"/>
            </a:xfrm>
            <a:custGeom>
              <a:avLst/>
              <a:gdLst/>
              <a:ahLst/>
              <a:cxnLst/>
              <a:rect b="b" l="0" r="r" t="0"/>
              <a:pathLst>
                <a:path h="117068" w="137814">
                  <a:moveTo>
                    <a:pt x="38529" y="37047"/>
                  </a:moveTo>
                  <a:lnTo>
                    <a:pt x="38529" y="80021"/>
                  </a:lnTo>
                  <a:lnTo>
                    <a:pt x="100767" y="80021"/>
                  </a:lnTo>
                  <a:lnTo>
                    <a:pt x="100767" y="37047"/>
                  </a:lnTo>
                  <a:lnTo>
                    <a:pt x="38529" y="37047"/>
                  </a:lnTo>
                  <a:close/>
                  <a:moveTo>
                    <a:pt x="17782" y="0"/>
                  </a:moveTo>
                  <a:lnTo>
                    <a:pt x="120032" y="0"/>
                  </a:lnTo>
                  <a:lnTo>
                    <a:pt x="127441" y="0"/>
                  </a:lnTo>
                  <a:lnTo>
                    <a:pt x="133368" y="4446"/>
                  </a:lnTo>
                  <a:lnTo>
                    <a:pt x="137814" y="10373"/>
                  </a:lnTo>
                  <a:lnTo>
                    <a:pt x="137814" y="17782"/>
                  </a:lnTo>
                  <a:lnTo>
                    <a:pt x="137814" y="97804"/>
                  </a:lnTo>
                  <a:lnTo>
                    <a:pt x="137814" y="103731"/>
                  </a:lnTo>
                  <a:lnTo>
                    <a:pt x="133368" y="111141"/>
                  </a:lnTo>
                  <a:lnTo>
                    <a:pt x="127441" y="115586"/>
                  </a:lnTo>
                  <a:lnTo>
                    <a:pt x="120032" y="117068"/>
                  </a:lnTo>
                  <a:lnTo>
                    <a:pt x="17782" y="117068"/>
                  </a:lnTo>
                  <a:lnTo>
                    <a:pt x="11855" y="115586"/>
                  </a:lnTo>
                  <a:lnTo>
                    <a:pt x="4446" y="111141"/>
                  </a:lnTo>
                  <a:lnTo>
                    <a:pt x="0" y="103731"/>
                  </a:lnTo>
                  <a:lnTo>
                    <a:pt x="0" y="97804"/>
                  </a:lnTo>
                  <a:lnTo>
                    <a:pt x="0" y="17782"/>
                  </a:lnTo>
                  <a:lnTo>
                    <a:pt x="0" y="10373"/>
                  </a:lnTo>
                  <a:lnTo>
                    <a:pt x="4446" y="4446"/>
                  </a:lnTo>
                  <a:lnTo>
                    <a:pt x="11855" y="0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2" name="Freeform 7182">
              <a:extLst>
                <a:ext uri="{03769DAA-CEBC-4EDD-9511-20DD23D31AC7}">
                  <a16:creationId xmlns:a16="http://schemas.microsoft.com/office/drawing/2010/main" id="{C12DBD9B-F7A6-4719-8AB1-98FCA47184A1}"/>
                </a:ext>
              </a:extLst>
            </p:cNvPr>
            <p:cNvSpPr/>
            <p:nvPr/>
          </p:nvSpPr>
          <p:spPr>
            <a:xfrm rot="0">
              <a:off x="2084589" y="2570260"/>
              <a:ext cx="111140" cy="185234"/>
            </a:xfrm>
            <a:custGeom>
              <a:avLst/>
              <a:gdLst/>
              <a:ahLst/>
              <a:cxnLst/>
              <a:rect b="b" l="0" r="r" t="0"/>
              <a:pathLst>
                <a:path h="185234" w="111140">
                  <a:moveTo>
                    <a:pt x="14819" y="0"/>
                  </a:moveTo>
                  <a:lnTo>
                    <a:pt x="22228" y="0"/>
                  </a:lnTo>
                  <a:lnTo>
                    <a:pt x="26674" y="2964"/>
                  </a:lnTo>
                  <a:lnTo>
                    <a:pt x="31119" y="4446"/>
                  </a:lnTo>
                  <a:lnTo>
                    <a:pt x="103731" y="80021"/>
                  </a:lnTo>
                  <a:lnTo>
                    <a:pt x="108176" y="84467"/>
                  </a:lnTo>
                  <a:lnTo>
                    <a:pt x="111140" y="88912"/>
                  </a:lnTo>
                  <a:lnTo>
                    <a:pt x="111140" y="96322"/>
                  </a:lnTo>
                  <a:lnTo>
                    <a:pt x="108176" y="100767"/>
                  </a:lnTo>
                  <a:lnTo>
                    <a:pt x="103731" y="106695"/>
                  </a:lnTo>
                  <a:lnTo>
                    <a:pt x="31119" y="180788"/>
                  </a:lnTo>
                  <a:lnTo>
                    <a:pt x="26674" y="183752"/>
                  </a:lnTo>
                  <a:lnTo>
                    <a:pt x="22228" y="185234"/>
                  </a:lnTo>
                  <a:lnTo>
                    <a:pt x="17782" y="185234"/>
                  </a:lnTo>
                  <a:lnTo>
                    <a:pt x="13337" y="185234"/>
                  </a:lnTo>
                  <a:lnTo>
                    <a:pt x="8891" y="183752"/>
                  </a:lnTo>
                  <a:lnTo>
                    <a:pt x="4446" y="180788"/>
                  </a:lnTo>
                  <a:lnTo>
                    <a:pt x="1482" y="174861"/>
                  </a:lnTo>
                  <a:lnTo>
                    <a:pt x="0" y="170415"/>
                  </a:lnTo>
                  <a:lnTo>
                    <a:pt x="0" y="163006"/>
                  </a:lnTo>
                  <a:lnTo>
                    <a:pt x="1482" y="158560"/>
                  </a:lnTo>
                  <a:lnTo>
                    <a:pt x="4446" y="154115"/>
                  </a:lnTo>
                  <a:lnTo>
                    <a:pt x="63720" y="93358"/>
                  </a:lnTo>
                  <a:lnTo>
                    <a:pt x="4446" y="34083"/>
                  </a:lnTo>
                  <a:lnTo>
                    <a:pt x="1482" y="26674"/>
                  </a:lnTo>
                  <a:lnTo>
                    <a:pt x="0" y="22228"/>
                  </a:lnTo>
                  <a:lnTo>
                    <a:pt x="0" y="16301"/>
                  </a:lnTo>
                  <a:lnTo>
                    <a:pt x="1482" y="11855"/>
                  </a:lnTo>
                  <a:lnTo>
                    <a:pt x="4446" y="4446"/>
                  </a:lnTo>
                  <a:lnTo>
                    <a:pt x="8891" y="2964"/>
                  </a:lnTo>
                  <a:lnTo>
                    <a:pt x="148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3" name="Freeform 7183">
              <a:extLst>
                <a:ext uri="{72C4364D-B72F-4F1D-9C38-02C277184931}">
                  <a16:creationId xmlns:a16="http://schemas.microsoft.com/office/drawing/2010/main" id="{F517AF78-611B-455B-B230-639A052F9512}"/>
                </a:ext>
              </a:extLst>
            </p:cNvPr>
            <p:cNvSpPr/>
            <p:nvPr/>
          </p:nvSpPr>
          <p:spPr>
            <a:xfrm rot="0">
              <a:off x="1832673" y="2644353"/>
              <a:ext cx="336384" cy="284517"/>
            </a:xfrm>
            <a:custGeom>
              <a:avLst/>
              <a:gdLst/>
              <a:ahLst/>
              <a:cxnLst/>
              <a:rect b="b" l="0" r="r" t="0"/>
              <a:pathLst>
                <a:path h="284518" w="336384">
                  <a:moveTo>
                    <a:pt x="318602" y="0"/>
                  </a:moveTo>
                  <a:lnTo>
                    <a:pt x="324529" y="1482"/>
                  </a:lnTo>
                  <a:lnTo>
                    <a:pt x="331938" y="5927"/>
                  </a:lnTo>
                  <a:lnTo>
                    <a:pt x="333420" y="10373"/>
                  </a:lnTo>
                  <a:lnTo>
                    <a:pt x="336384" y="19264"/>
                  </a:lnTo>
                  <a:lnTo>
                    <a:pt x="333420" y="26674"/>
                  </a:lnTo>
                  <a:lnTo>
                    <a:pt x="331938" y="32601"/>
                  </a:lnTo>
                  <a:lnTo>
                    <a:pt x="324529" y="35565"/>
                  </a:lnTo>
                  <a:lnTo>
                    <a:pt x="318602" y="37047"/>
                  </a:lnTo>
                  <a:lnTo>
                    <a:pt x="260809" y="44456"/>
                  </a:lnTo>
                  <a:lnTo>
                    <a:pt x="207461" y="60756"/>
                  </a:lnTo>
                  <a:lnTo>
                    <a:pt x="158560" y="87430"/>
                  </a:lnTo>
                  <a:lnTo>
                    <a:pt x="115586" y="122995"/>
                  </a:lnTo>
                  <a:lnTo>
                    <a:pt x="82985" y="164487"/>
                  </a:lnTo>
                  <a:lnTo>
                    <a:pt x="56311" y="216352"/>
                  </a:lnTo>
                  <a:lnTo>
                    <a:pt x="38529" y="269699"/>
                  </a:lnTo>
                  <a:lnTo>
                    <a:pt x="35565" y="275627"/>
                  </a:lnTo>
                  <a:lnTo>
                    <a:pt x="31119" y="280072"/>
                  </a:lnTo>
                  <a:lnTo>
                    <a:pt x="26674" y="284518"/>
                  </a:lnTo>
                  <a:lnTo>
                    <a:pt x="20746" y="284518"/>
                  </a:lnTo>
                  <a:lnTo>
                    <a:pt x="16301" y="284518"/>
                  </a:lnTo>
                  <a:lnTo>
                    <a:pt x="8891" y="283036"/>
                  </a:lnTo>
                  <a:lnTo>
                    <a:pt x="4446" y="278591"/>
                  </a:lnTo>
                  <a:lnTo>
                    <a:pt x="2964" y="271181"/>
                  </a:lnTo>
                  <a:lnTo>
                    <a:pt x="0" y="262290"/>
                  </a:lnTo>
                  <a:lnTo>
                    <a:pt x="20746" y="200052"/>
                  </a:lnTo>
                  <a:lnTo>
                    <a:pt x="48902" y="145223"/>
                  </a:lnTo>
                  <a:lnTo>
                    <a:pt x="88912" y="96321"/>
                  </a:lnTo>
                  <a:lnTo>
                    <a:pt x="137814" y="54829"/>
                  </a:lnTo>
                  <a:lnTo>
                    <a:pt x="194125" y="23710"/>
                  </a:lnTo>
                  <a:lnTo>
                    <a:pt x="253399" y="5927"/>
                  </a:lnTo>
                  <a:lnTo>
                    <a:pt x="3186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grpSp>
        <p:nvGrpSpPr>
          <p:cNvPr id="34" name="Grupo 421">
            <a:extLst>
              <a:ext uri="{A34ECC47-D268-46BF-BACC-D1C274286F8F}">
                <a16:creationId xmlns:a16="http://schemas.microsoft.com/office/drawing/2010/main" id="{3EEECA1B-1D40-4A10-A771-44A2CCF8F23C}"/>
              </a:ext>
            </a:extLst>
          </p:cNvPr>
          <p:cNvGrpSpPr/>
          <p:nvPr/>
        </p:nvGrpSpPr>
        <p:grpSpPr>
          <a:xfrm rot="0">
            <a:off x="7298846" y="3081366"/>
            <a:ext cx="281398" cy="243822"/>
            <a:chOff x="605688" y="3795762"/>
            <a:chExt cx="499389" cy="432705"/>
          </a:xfrm>
          <a:solidFill>
            <a:srgbClr val="243e36"/>
          </a:solidFill>
        </p:grpSpPr>
        <p:sp>
          <p:nvSpPr>
            <p:cNvPr id="35" name="Freeform 7951">
              <a:extLst>
                <a:ext uri="{A883B27C-7689-4107-8EA1-DBB86D3BD1DF}">
                  <a16:creationId xmlns:a16="http://schemas.microsoft.com/office/drawing/2010/main" id="{01B1E87D-87B0-42AD-B086-9407E9067F88}"/>
                </a:ext>
              </a:extLst>
            </p:cNvPr>
            <p:cNvSpPr/>
            <p:nvPr/>
          </p:nvSpPr>
          <p:spPr>
            <a:xfrm rot="0">
              <a:off x="619025" y="3795762"/>
              <a:ext cx="472716" cy="188197"/>
            </a:xfrm>
            <a:custGeom>
              <a:avLst/>
              <a:gdLst/>
              <a:ahLst/>
              <a:cxnLst/>
              <a:rect b="b" l="0" r="r" t="0"/>
              <a:pathLst>
                <a:path h="188197" w="472716">
                  <a:moveTo>
                    <a:pt x="237099" y="40010"/>
                  </a:moveTo>
                  <a:lnTo>
                    <a:pt x="80021" y="149668"/>
                  </a:lnTo>
                  <a:lnTo>
                    <a:pt x="392695" y="149668"/>
                  </a:lnTo>
                  <a:lnTo>
                    <a:pt x="237099" y="40010"/>
                  </a:lnTo>
                  <a:close/>
                  <a:moveTo>
                    <a:pt x="232653" y="0"/>
                  </a:moveTo>
                  <a:lnTo>
                    <a:pt x="240063" y="0"/>
                  </a:lnTo>
                  <a:lnTo>
                    <a:pt x="248954" y="2964"/>
                  </a:lnTo>
                  <a:lnTo>
                    <a:pt x="466789" y="152632"/>
                  </a:lnTo>
                  <a:lnTo>
                    <a:pt x="471234" y="157078"/>
                  </a:lnTo>
                  <a:lnTo>
                    <a:pt x="472716" y="161523"/>
                  </a:lnTo>
                  <a:lnTo>
                    <a:pt x="472716" y="167451"/>
                  </a:lnTo>
                  <a:lnTo>
                    <a:pt x="472716" y="174860"/>
                  </a:lnTo>
                  <a:lnTo>
                    <a:pt x="471234" y="179306"/>
                  </a:lnTo>
                  <a:lnTo>
                    <a:pt x="466789" y="183751"/>
                  </a:lnTo>
                  <a:lnTo>
                    <a:pt x="462343" y="185233"/>
                  </a:lnTo>
                  <a:lnTo>
                    <a:pt x="454934" y="188197"/>
                  </a:lnTo>
                  <a:lnTo>
                    <a:pt x="19264" y="188197"/>
                  </a:lnTo>
                  <a:lnTo>
                    <a:pt x="13337" y="185233"/>
                  </a:lnTo>
                  <a:lnTo>
                    <a:pt x="8891" y="183751"/>
                  </a:lnTo>
                  <a:lnTo>
                    <a:pt x="4446" y="179306"/>
                  </a:lnTo>
                  <a:lnTo>
                    <a:pt x="1482" y="174860"/>
                  </a:lnTo>
                  <a:lnTo>
                    <a:pt x="0" y="167451"/>
                  </a:lnTo>
                  <a:lnTo>
                    <a:pt x="1482" y="161523"/>
                  </a:lnTo>
                  <a:lnTo>
                    <a:pt x="4446" y="157078"/>
                  </a:lnTo>
                  <a:lnTo>
                    <a:pt x="8891" y="152632"/>
                  </a:lnTo>
                  <a:lnTo>
                    <a:pt x="226726" y="2964"/>
                  </a:lnTo>
                  <a:lnTo>
                    <a:pt x="2326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6" name="Freeform 7952">
              <a:extLst>
                <a:ext uri="{44BE1E71-C325-4383-BB0D-F81541507E04}">
                  <a16:creationId xmlns:a16="http://schemas.microsoft.com/office/drawing/2010/main" id="{9EEE2F99-7B77-4C60-A221-6D9578F048CC}"/>
                </a:ext>
              </a:extLst>
            </p:cNvPr>
            <p:cNvSpPr/>
            <p:nvPr/>
          </p:nvSpPr>
          <p:spPr>
            <a:xfrm rot="0">
              <a:off x="673854" y="3952840"/>
              <a:ext cx="38528" cy="217835"/>
            </a:xfrm>
            <a:custGeom>
              <a:avLst/>
              <a:gdLst/>
              <a:ahLst/>
              <a:cxnLst/>
              <a:rect b="b" l="0" r="r" t="0"/>
              <a:pathLst>
                <a:path h="217835" w="38529">
                  <a:moveTo>
                    <a:pt x="17783" y="0"/>
                  </a:moveTo>
                  <a:lnTo>
                    <a:pt x="26674" y="0"/>
                  </a:lnTo>
                  <a:lnTo>
                    <a:pt x="34083" y="4446"/>
                  </a:lnTo>
                  <a:lnTo>
                    <a:pt x="35565" y="10373"/>
                  </a:lnTo>
                  <a:lnTo>
                    <a:pt x="38529" y="17782"/>
                  </a:lnTo>
                  <a:lnTo>
                    <a:pt x="38529" y="200053"/>
                  </a:lnTo>
                  <a:lnTo>
                    <a:pt x="35565" y="205980"/>
                  </a:lnTo>
                  <a:lnTo>
                    <a:pt x="34083" y="213389"/>
                  </a:lnTo>
                  <a:lnTo>
                    <a:pt x="26674" y="214871"/>
                  </a:lnTo>
                  <a:lnTo>
                    <a:pt x="17783" y="217835"/>
                  </a:lnTo>
                  <a:lnTo>
                    <a:pt x="11855" y="214871"/>
                  </a:lnTo>
                  <a:lnTo>
                    <a:pt x="4446" y="213389"/>
                  </a:lnTo>
                  <a:lnTo>
                    <a:pt x="2964" y="205980"/>
                  </a:lnTo>
                  <a:lnTo>
                    <a:pt x="0" y="200053"/>
                  </a:lnTo>
                  <a:lnTo>
                    <a:pt x="0" y="17782"/>
                  </a:lnTo>
                  <a:lnTo>
                    <a:pt x="2964" y="10373"/>
                  </a:lnTo>
                  <a:lnTo>
                    <a:pt x="4446" y="4446"/>
                  </a:lnTo>
                  <a:lnTo>
                    <a:pt x="11855" y="0"/>
                  </a:lnTo>
                  <a:lnTo>
                    <a:pt x="177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7" name="Freeform 7953">
              <a:extLst>
                <a:ext uri="{B9F7B244-DC39-4A83-BB24-DBF3481019EF}">
                  <a16:creationId xmlns:a16="http://schemas.microsoft.com/office/drawing/2010/main" id="{6B9E8DBD-3A7E-4606-A7FF-B33A6F2C76E1}"/>
                </a:ext>
              </a:extLst>
            </p:cNvPr>
            <p:cNvSpPr/>
            <p:nvPr/>
          </p:nvSpPr>
          <p:spPr>
            <a:xfrm rot="0">
              <a:off x="1001346" y="3952840"/>
              <a:ext cx="37046" cy="217835"/>
            </a:xfrm>
            <a:custGeom>
              <a:avLst/>
              <a:gdLst/>
              <a:ahLst/>
              <a:cxnLst/>
              <a:rect b="b" l="0" r="r" t="0"/>
              <a:pathLst>
                <a:path h="217835" w="37047">
                  <a:moveTo>
                    <a:pt x="17783" y="0"/>
                  </a:moveTo>
                  <a:lnTo>
                    <a:pt x="23710" y="0"/>
                  </a:lnTo>
                  <a:lnTo>
                    <a:pt x="31119" y="4446"/>
                  </a:lnTo>
                  <a:lnTo>
                    <a:pt x="35565" y="10373"/>
                  </a:lnTo>
                  <a:lnTo>
                    <a:pt x="37047" y="17782"/>
                  </a:lnTo>
                  <a:lnTo>
                    <a:pt x="37047" y="200053"/>
                  </a:lnTo>
                  <a:lnTo>
                    <a:pt x="35565" y="205980"/>
                  </a:lnTo>
                  <a:lnTo>
                    <a:pt x="31119" y="213389"/>
                  </a:lnTo>
                  <a:lnTo>
                    <a:pt x="23710" y="214871"/>
                  </a:lnTo>
                  <a:lnTo>
                    <a:pt x="17783" y="217835"/>
                  </a:lnTo>
                  <a:lnTo>
                    <a:pt x="10373" y="214871"/>
                  </a:lnTo>
                  <a:lnTo>
                    <a:pt x="4446" y="213389"/>
                  </a:lnTo>
                  <a:lnTo>
                    <a:pt x="0" y="205980"/>
                  </a:lnTo>
                  <a:lnTo>
                    <a:pt x="0" y="200053"/>
                  </a:lnTo>
                  <a:lnTo>
                    <a:pt x="0" y="17782"/>
                  </a:lnTo>
                  <a:lnTo>
                    <a:pt x="0" y="10373"/>
                  </a:lnTo>
                  <a:lnTo>
                    <a:pt x="4446" y="4446"/>
                  </a:lnTo>
                  <a:lnTo>
                    <a:pt x="10373" y="0"/>
                  </a:lnTo>
                  <a:lnTo>
                    <a:pt x="177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8" name="Freeform 7954">
              <a:extLst>
                <a:ext uri="{F474FE74-1673-4029-98D5-B518884F9E6B}">
                  <a16:creationId xmlns:a16="http://schemas.microsoft.com/office/drawing/2010/main" id="{C3688544-5CDF-46EE-A4A5-9602D8341783}"/>
                </a:ext>
              </a:extLst>
            </p:cNvPr>
            <p:cNvSpPr/>
            <p:nvPr/>
          </p:nvSpPr>
          <p:spPr>
            <a:xfrm rot="0">
              <a:off x="756838" y="3952840"/>
              <a:ext cx="37046" cy="217835"/>
            </a:xfrm>
            <a:custGeom>
              <a:avLst/>
              <a:gdLst/>
              <a:ahLst/>
              <a:cxnLst/>
              <a:rect b="b" l="0" r="r" t="0"/>
              <a:pathLst>
                <a:path h="217835" w="37047">
                  <a:moveTo>
                    <a:pt x="17783" y="0"/>
                  </a:moveTo>
                  <a:lnTo>
                    <a:pt x="23710" y="0"/>
                  </a:lnTo>
                  <a:lnTo>
                    <a:pt x="31119" y="4446"/>
                  </a:lnTo>
                  <a:lnTo>
                    <a:pt x="35565" y="10373"/>
                  </a:lnTo>
                  <a:lnTo>
                    <a:pt x="37047" y="17782"/>
                  </a:lnTo>
                  <a:lnTo>
                    <a:pt x="37047" y="200053"/>
                  </a:lnTo>
                  <a:lnTo>
                    <a:pt x="35565" y="205980"/>
                  </a:lnTo>
                  <a:lnTo>
                    <a:pt x="31119" y="213389"/>
                  </a:lnTo>
                  <a:lnTo>
                    <a:pt x="23710" y="214871"/>
                  </a:lnTo>
                  <a:lnTo>
                    <a:pt x="17783" y="217835"/>
                  </a:lnTo>
                  <a:lnTo>
                    <a:pt x="10373" y="214871"/>
                  </a:lnTo>
                  <a:lnTo>
                    <a:pt x="4446" y="213389"/>
                  </a:lnTo>
                  <a:lnTo>
                    <a:pt x="0" y="205980"/>
                  </a:lnTo>
                  <a:lnTo>
                    <a:pt x="0" y="200053"/>
                  </a:lnTo>
                  <a:lnTo>
                    <a:pt x="0" y="17782"/>
                  </a:lnTo>
                  <a:lnTo>
                    <a:pt x="0" y="10373"/>
                  </a:lnTo>
                  <a:lnTo>
                    <a:pt x="4446" y="4446"/>
                  </a:lnTo>
                  <a:lnTo>
                    <a:pt x="10373" y="0"/>
                  </a:lnTo>
                  <a:lnTo>
                    <a:pt x="177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9" name="Freeform 7955">
              <a:extLst>
                <a:ext uri="{1F4CEEDC-7D03-47D2-92F6-47888BC2F2F0}">
                  <a16:creationId xmlns:a16="http://schemas.microsoft.com/office/drawing/2010/main" id="{4F935BAB-FFDF-4202-B1B4-A70D6279527C}"/>
                </a:ext>
              </a:extLst>
            </p:cNvPr>
            <p:cNvSpPr/>
            <p:nvPr/>
          </p:nvSpPr>
          <p:spPr>
            <a:xfrm rot="0">
              <a:off x="836858" y="3952840"/>
              <a:ext cx="37046" cy="217835"/>
            </a:xfrm>
            <a:custGeom>
              <a:avLst/>
              <a:gdLst/>
              <a:ahLst/>
              <a:cxnLst/>
              <a:rect b="b" l="0" r="r" t="0"/>
              <a:pathLst>
                <a:path h="217835" w="37047">
                  <a:moveTo>
                    <a:pt x="19264" y="0"/>
                  </a:moveTo>
                  <a:lnTo>
                    <a:pt x="26674" y="0"/>
                  </a:lnTo>
                  <a:lnTo>
                    <a:pt x="32601" y="4446"/>
                  </a:lnTo>
                  <a:lnTo>
                    <a:pt x="37047" y="10373"/>
                  </a:lnTo>
                  <a:lnTo>
                    <a:pt x="37047" y="17782"/>
                  </a:lnTo>
                  <a:lnTo>
                    <a:pt x="37047" y="200053"/>
                  </a:lnTo>
                  <a:lnTo>
                    <a:pt x="37047" y="205980"/>
                  </a:lnTo>
                  <a:lnTo>
                    <a:pt x="32601" y="213389"/>
                  </a:lnTo>
                  <a:lnTo>
                    <a:pt x="26674" y="214871"/>
                  </a:lnTo>
                  <a:lnTo>
                    <a:pt x="19264" y="217835"/>
                  </a:lnTo>
                  <a:lnTo>
                    <a:pt x="10373" y="214871"/>
                  </a:lnTo>
                  <a:lnTo>
                    <a:pt x="5928" y="213389"/>
                  </a:lnTo>
                  <a:lnTo>
                    <a:pt x="1482" y="205980"/>
                  </a:lnTo>
                  <a:lnTo>
                    <a:pt x="0" y="200053"/>
                  </a:lnTo>
                  <a:lnTo>
                    <a:pt x="0" y="17782"/>
                  </a:lnTo>
                  <a:lnTo>
                    <a:pt x="1482" y="10373"/>
                  </a:lnTo>
                  <a:lnTo>
                    <a:pt x="5928" y="4446"/>
                  </a:lnTo>
                  <a:lnTo>
                    <a:pt x="10373" y="0"/>
                  </a:lnTo>
                  <a:lnTo>
                    <a:pt x="19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0" name="Freeform 7956">
              <a:extLst>
                <a:ext uri="{18FB7D60-2F16-4BA7-9FD8-4000D5D8C372}">
                  <a16:creationId xmlns:a16="http://schemas.microsoft.com/office/drawing/2010/main" id="{53BF448D-9BA5-488F-AE15-04BC1E20F59E}"/>
                </a:ext>
              </a:extLst>
            </p:cNvPr>
            <p:cNvSpPr/>
            <p:nvPr/>
          </p:nvSpPr>
          <p:spPr>
            <a:xfrm rot="0">
              <a:off x="918362" y="3952840"/>
              <a:ext cx="38528" cy="217835"/>
            </a:xfrm>
            <a:custGeom>
              <a:avLst/>
              <a:gdLst/>
              <a:ahLst/>
              <a:cxnLst/>
              <a:rect b="b" l="0" r="r" t="0"/>
              <a:pathLst>
                <a:path h="217835" w="38529">
                  <a:moveTo>
                    <a:pt x="17783" y="0"/>
                  </a:moveTo>
                  <a:lnTo>
                    <a:pt x="26674" y="0"/>
                  </a:lnTo>
                  <a:lnTo>
                    <a:pt x="34083" y="4446"/>
                  </a:lnTo>
                  <a:lnTo>
                    <a:pt x="35565" y="10373"/>
                  </a:lnTo>
                  <a:lnTo>
                    <a:pt x="38529" y="17782"/>
                  </a:lnTo>
                  <a:lnTo>
                    <a:pt x="38529" y="200053"/>
                  </a:lnTo>
                  <a:lnTo>
                    <a:pt x="35565" y="205980"/>
                  </a:lnTo>
                  <a:lnTo>
                    <a:pt x="34083" y="213389"/>
                  </a:lnTo>
                  <a:lnTo>
                    <a:pt x="26674" y="214871"/>
                  </a:lnTo>
                  <a:lnTo>
                    <a:pt x="17783" y="217835"/>
                  </a:lnTo>
                  <a:lnTo>
                    <a:pt x="11855" y="214871"/>
                  </a:lnTo>
                  <a:lnTo>
                    <a:pt x="4446" y="213389"/>
                  </a:lnTo>
                  <a:lnTo>
                    <a:pt x="2964" y="205980"/>
                  </a:lnTo>
                  <a:lnTo>
                    <a:pt x="0" y="200053"/>
                  </a:lnTo>
                  <a:lnTo>
                    <a:pt x="0" y="17782"/>
                  </a:lnTo>
                  <a:lnTo>
                    <a:pt x="2964" y="10373"/>
                  </a:lnTo>
                  <a:lnTo>
                    <a:pt x="4446" y="4446"/>
                  </a:lnTo>
                  <a:lnTo>
                    <a:pt x="11855" y="0"/>
                  </a:lnTo>
                  <a:lnTo>
                    <a:pt x="177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1" name="Freeform 7957">
              <a:extLst>
                <a:ext uri="{3F9A154E-F442-4EDC-9AE3-A2F2989168CF}">
                  <a16:creationId xmlns:a16="http://schemas.microsoft.com/office/drawing/2010/main" id="{F12FAEC0-2B00-4D51-9C44-A23346CCDA70}"/>
                </a:ext>
              </a:extLst>
            </p:cNvPr>
            <p:cNvSpPr/>
            <p:nvPr/>
          </p:nvSpPr>
          <p:spPr>
            <a:xfrm rot="0">
              <a:off x="642735" y="4135109"/>
              <a:ext cx="425296" cy="37046"/>
            </a:xfrm>
            <a:custGeom>
              <a:avLst/>
              <a:gdLst/>
              <a:ahLst/>
              <a:cxnLst/>
              <a:rect b="b" l="0" r="r" t="0"/>
              <a:pathLst>
                <a:path h="37047" w="425296">
                  <a:moveTo>
                    <a:pt x="20746" y="0"/>
                  </a:moveTo>
                  <a:lnTo>
                    <a:pt x="407514" y="0"/>
                  </a:lnTo>
                  <a:lnTo>
                    <a:pt x="413441" y="1482"/>
                  </a:lnTo>
                  <a:lnTo>
                    <a:pt x="420850" y="5928"/>
                  </a:lnTo>
                  <a:lnTo>
                    <a:pt x="425296" y="10373"/>
                  </a:lnTo>
                  <a:lnTo>
                    <a:pt x="425296" y="19264"/>
                  </a:lnTo>
                  <a:lnTo>
                    <a:pt x="425296" y="26674"/>
                  </a:lnTo>
                  <a:lnTo>
                    <a:pt x="420850" y="32601"/>
                  </a:lnTo>
                  <a:lnTo>
                    <a:pt x="413441" y="35565"/>
                  </a:lnTo>
                  <a:lnTo>
                    <a:pt x="407514" y="37047"/>
                  </a:lnTo>
                  <a:lnTo>
                    <a:pt x="20746" y="37047"/>
                  </a:lnTo>
                  <a:lnTo>
                    <a:pt x="11855" y="35565"/>
                  </a:lnTo>
                  <a:lnTo>
                    <a:pt x="7409" y="32601"/>
                  </a:lnTo>
                  <a:lnTo>
                    <a:pt x="2964" y="26674"/>
                  </a:lnTo>
                  <a:lnTo>
                    <a:pt x="0" y="19264"/>
                  </a:lnTo>
                  <a:lnTo>
                    <a:pt x="2964" y="10373"/>
                  </a:lnTo>
                  <a:lnTo>
                    <a:pt x="7409" y="5928"/>
                  </a:lnTo>
                  <a:lnTo>
                    <a:pt x="11855" y="1482"/>
                  </a:lnTo>
                  <a:lnTo>
                    <a:pt x="207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2" name="Freeform 7958">
              <a:extLst>
                <a:ext uri="{79820AAC-63E1-454C-AC1A-904ABCE06E8E}">
                  <a16:creationId xmlns:a16="http://schemas.microsoft.com/office/drawing/2010/main" id="{7A13A8DE-EBDE-4C5A-9FE5-B15AF9CFA4AD}"/>
                </a:ext>
              </a:extLst>
            </p:cNvPr>
            <p:cNvSpPr/>
            <p:nvPr/>
          </p:nvSpPr>
          <p:spPr>
            <a:xfrm rot="0">
              <a:off x="605688" y="4189938"/>
              <a:ext cx="499389" cy="38528"/>
            </a:xfrm>
            <a:custGeom>
              <a:avLst/>
              <a:gdLst/>
              <a:ahLst/>
              <a:cxnLst/>
              <a:rect b="b" l="0" r="r" t="0"/>
              <a:pathLst>
                <a:path h="38529" w="499389">
                  <a:moveTo>
                    <a:pt x="19264" y="0"/>
                  </a:moveTo>
                  <a:lnTo>
                    <a:pt x="481607" y="0"/>
                  </a:lnTo>
                  <a:lnTo>
                    <a:pt x="489016" y="0"/>
                  </a:lnTo>
                  <a:lnTo>
                    <a:pt x="494943" y="4446"/>
                  </a:lnTo>
                  <a:lnTo>
                    <a:pt x="499389" y="11855"/>
                  </a:lnTo>
                  <a:lnTo>
                    <a:pt x="499389" y="17783"/>
                  </a:lnTo>
                  <a:lnTo>
                    <a:pt x="499389" y="25192"/>
                  </a:lnTo>
                  <a:lnTo>
                    <a:pt x="494943" y="31120"/>
                  </a:lnTo>
                  <a:lnTo>
                    <a:pt x="489016" y="35565"/>
                  </a:lnTo>
                  <a:lnTo>
                    <a:pt x="481607" y="38529"/>
                  </a:lnTo>
                  <a:lnTo>
                    <a:pt x="19264" y="38529"/>
                  </a:lnTo>
                  <a:lnTo>
                    <a:pt x="10373" y="35565"/>
                  </a:lnTo>
                  <a:lnTo>
                    <a:pt x="5927" y="31120"/>
                  </a:lnTo>
                  <a:lnTo>
                    <a:pt x="1482" y="25192"/>
                  </a:lnTo>
                  <a:lnTo>
                    <a:pt x="0" y="17783"/>
                  </a:lnTo>
                  <a:lnTo>
                    <a:pt x="1482" y="11855"/>
                  </a:lnTo>
                  <a:lnTo>
                    <a:pt x="5927" y="4446"/>
                  </a:lnTo>
                  <a:lnTo>
                    <a:pt x="10373" y="0"/>
                  </a:lnTo>
                  <a:lnTo>
                    <a:pt x="19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grpSp>
        <p:nvGrpSpPr>
          <p:cNvPr id="43" name="Grupo 418">
            <a:extLst>
              <a:ext uri="{6980BB62-1596-4B54-B649-3FF737BCA39F}">
                <a16:creationId xmlns:a16="http://schemas.microsoft.com/office/drawing/2010/main" id="{A0A6BEBA-B169-4C83-BA6E-B53FC21F75C9}"/>
              </a:ext>
            </a:extLst>
          </p:cNvPr>
          <p:cNvGrpSpPr/>
          <p:nvPr/>
        </p:nvGrpSpPr>
        <p:grpSpPr>
          <a:xfrm rot="0">
            <a:off x="5876349" y="2638392"/>
            <a:ext cx="258852" cy="277224"/>
            <a:chOff x="4117709" y="3764643"/>
            <a:chExt cx="459378" cy="491980"/>
          </a:xfrm>
          <a:solidFill>
            <a:srgbClr val="c2a83e"/>
          </a:solidFill>
        </p:grpSpPr>
        <p:sp>
          <p:nvSpPr>
            <p:cNvPr id="44" name="Freeform 8030">
              <a:extLst>
                <a:ext uri="{56229B5A-286B-4906-83BE-CC823B935F0B}">
                  <a16:creationId xmlns:a16="http://schemas.microsoft.com/office/drawing/2010/main" id="{3E383F6D-2224-49FB-A25F-5DE1B690FB44}"/>
                </a:ext>
              </a:extLst>
            </p:cNvPr>
            <p:cNvSpPr/>
            <p:nvPr/>
          </p:nvSpPr>
          <p:spPr>
            <a:xfrm rot="0">
              <a:off x="4228850" y="4006187"/>
              <a:ext cx="35564" cy="32601"/>
            </a:xfrm>
            <a:custGeom>
              <a:avLst/>
              <a:gdLst/>
              <a:ahLst/>
              <a:cxnLst/>
              <a:rect b="b" l="0" r="r" t="0"/>
              <a:pathLst>
                <a:path h="32601" w="35565">
                  <a:moveTo>
                    <a:pt x="17782" y="0"/>
                  </a:moveTo>
                  <a:lnTo>
                    <a:pt x="23710" y="0"/>
                  </a:lnTo>
                  <a:lnTo>
                    <a:pt x="28156" y="4446"/>
                  </a:lnTo>
                  <a:lnTo>
                    <a:pt x="32601" y="8891"/>
                  </a:lnTo>
                  <a:lnTo>
                    <a:pt x="35565" y="14819"/>
                  </a:lnTo>
                  <a:lnTo>
                    <a:pt x="32601" y="22228"/>
                  </a:lnTo>
                  <a:lnTo>
                    <a:pt x="28156" y="28155"/>
                  </a:lnTo>
                  <a:lnTo>
                    <a:pt x="23710" y="32601"/>
                  </a:lnTo>
                  <a:lnTo>
                    <a:pt x="17782" y="32601"/>
                  </a:lnTo>
                  <a:lnTo>
                    <a:pt x="10373" y="32601"/>
                  </a:lnTo>
                  <a:lnTo>
                    <a:pt x="4446" y="28155"/>
                  </a:lnTo>
                  <a:lnTo>
                    <a:pt x="1482" y="22228"/>
                  </a:lnTo>
                  <a:lnTo>
                    <a:pt x="0" y="14819"/>
                  </a:lnTo>
                  <a:lnTo>
                    <a:pt x="1482" y="8891"/>
                  </a:lnTo>
                  <a:lnTo>
                    <a:pt x="4446" y="4446"/>
                  </a:lnTo>
                  <a:lnTo>
                    <a:pt x="10373" y="0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5" name="Freeform 8031">
              <a:extLst>
                <a:ext uri="{4F3FAAFE-D467-4ED9-9E7F-905557B01E9D}">
                  <a16:creationId xmlns:a16="http://schemas.microsoft.com/office/drawing/2010/main" id="{BEF860ED-6D67-47BE-89FA-D74F57B71C80}"/>
                </a:ext>
              </a:extLst>
            </p:cNvPr>
            <p:cNvSpPr/>
            <p:nvPr/>
          </p:nvSpPr>
          <p:spPr>
            <a:xfrm rot="0">
              <a:off x="4301461" y="3932094"/>
              <a:ext cx="155596" cy="60757"/>
            </a:xfrm>
            <a:custGeom>
              <a:avLst/>
              <a:gdLst/>
              <a:ahLst/>
              <a:cxnLst/>
              <a:rect b="b" l="0" r="r" t="0"/>
              <a:pathLst>
                <a:path h="60757" w="155596">
                  <a:moveTo>
                    <a:pt x="17782" y="0"/>
                  </a:moveTo>
                  <a:lnTo>
                    <a:pt x="62238" y="0"/>
                  </a:lnTo>
                  <a:lnTo>
                    <a:pt x="106694" y="8891"/>
                  </a:lnTo>
                  <a:lnTo>
                    <a:pt x="145223" y="26674"/>
                  </a:lnTo>
                  <a:lnTo>
                    <a:pt x="151150" y="31119"/>
                  </a:lnTo>
                  <a:lnTo>
                    <a:pt x="154114" y="38529"/>
                  </a:lnTo>
                  <a:lnTo>
                    <a:pt x="155596" y="44456"/>
                  </a:lnTo>
                  <a:lnTo>
                    <a:pt x="154114" y="51866"/>
                  </a:lnTo>
                  <a:lnTo>
                    <a:pt x="149669" y="56311"/>
                  </a:lnTo>
                  <a:lnTo>
                    <a:pt x="142259" y="60757"/>
                  </a:lnTo>
                  <a:lnTo>
                    <a:pt x="137814" y="60757"/>
                  </a:lnTo>
                  <a:lnTo>
                    <a:pt x="133368" y="60757"/>
                  </a:lnTo>
                  <a:lnTo>
                    <a:pt x="128922" y="57793"/>
                  </a:lnTo>
                  <a:lnTo>
                    <a:pt x="96321" y="44456"/>
                  </a:lnTo>
                  <a:lnTo>
                    <a:pt x="57793" y="35565"/>
                  </a:lnTo>
                  <a:lnTo>
                    <a:pt x="20746" y="35565"/>
                  </a:lnTo>
                  <a:lnTo>
                    <a:pt x="13337" y="35565"/>
                  </a:lnTo>
                  <a:lnTo>
                    <a:pt x="7409" y="31119"/>
                  </a:lnTo>
                  <a:lnTo>
                    <a:pt x="2964" y="26674"/>
                  </a:lnTo>
                  <a:lnTo>
                    <a:pt x="0" y="20746"/>
                  </a:lnTo>
                  <a:lnTo>
                    <a:pt x="2964" y="13337"/>
                  </a:lnTo>
                  <a:lnTo>
                    <a:pt x="4446" y="7409"/>
                  </a:lnTo>
                  <a:lnTo>
                    <a:pt x="8891" y="2964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6" name="Freeform 8032">
              <a:extLst>
                <a:ext uri="{14D85F6E-2340-4699-BF65-06363FD4A314}">
                  <a16:creationId xmlns:a16="http://schemas.microsoft.com/office/drawing/2010/main" id="{76C1B3F5-924E-40D5-A488-BD6BD62AD301}"/>
                </a:ext>
              </a:extLst>
            </p:cNvPr>
            <p:cNvSpPr/>
            <p:nvPr/>
          </p:nvSpPr>
          <p:spPr>
            <a:xfrm rot="0">
              <a:off x="4291088" y="3764643"/>
              <a:ext cx="205980" cy="207461"/>
            </a:xfrm>
            <a:custGeom>
              <a:avLst/>
              <a:gdLst/>
              <a:ahLst/>
              <a:cxnLst/>
              <a:rect b="b" l="0" r="r" t="0"/>
              <a:pathLst>
                <a:path h="207461" w="205980">
                  <a:moveTo>
                    <a:pt x="102249" y="38528"/>
                  </a:moveTo>
                  <a:lnTo>
                    <a:pt x="77057" y="42974"/>
                  </a:lnTo>
                  <a:lnTo>
                    <a:pt x="57793" y="57793"/>
                  </a:lnTo>
                  <a:lnTo>
                    <a:pt x="41492" y="78539"/>
                  </a:lnTo>
                  <a:lnTo>
                    <a:pt x="37047" y="102249"/>
                  </a:lnTo>
                  <a:lnTo>
                    <a:pt x="41492" y="128922"/>
                  </a:lnTo>
                  <a:lnTo>
                    <a:pt x="57793" y="149668"/>
                  </a:lnTo>
                  <a:lnTo>
                    <a:pt x="77057" y="165969"/>
                  </a:lnTo>
                  <a:lnTo>
                    <a:pt x="102249" y="170414"/>
                  </a:lnTo>
                  <a:lnTo>
                    <a:pt x="128923" y="165969"/>
                  </a:lnTo>
                  <a:lnTo>
                    <a:pt x="148187" y="149668"/>
                  </a:lnTo>
                  <a:lnTo>
                    <a:pt x="164488" y="128922"/>
                  </a:lnTo>
                  <a:lnTo>
                    <a:pt x="168933" y="102249"/>
                  </a:lnTo>
                  <a:lnTo>
                    <a:pt x="164488" y="78539"/>
                  </a:lnTo>
                  <a:lnTo>
                    <a:pt x="148187" y="57793"/>
                  </a:lnTo>
                  <a:lnTo>
                    <a:pt x="128923" y="42974"/>
                  </a:lnTo>
                  <a:lnTo>
                    <a:pt x="102249" y="38528"/>
                  </a:lnTo>
                  <a:close/>
                  <a:moveTo>
                    <a:pt x="102249" y="0"/>
                  </a:moveTo>
                  <a:lnTo>
                    <a:pt x="134850" y="4446"/>
                  </a:lnTo>
                  <a:lnTo>
                    <a:pt x="164488" y="20746"/>
                  </a:lnTo>
                  <a:lnTo>
                    <a:pt x="186716" y="42974"/>
                  </a:lnTo>
                  <a:lnTo>
                    <a:pt x="201534" y="71129"/>
                  </a:lnTo>
                  <a:lnTo>
                    <a:pt x="205980" y="102249"/>
                  </a:lnTo>
                  <a:lnTo>
                    <a:pt x="201534" y="136332"/>
                  </a:lnTo>
                  <a:lnTo>
                    <a:pt x="186716" y="165969"/>
                  </a:lnTo>
                  <a:lnTo>
                    <a:pt x="164488" y="188197"/>
                  </a:lnTo>
                  <a:lnTo>
                    <a:pt x="134850" y="203015"/>
                  </a:lnTo>
                  <a:lnTo>
                    <a:pt x="102249" y="207461"/>
                  </a:lnTo>
                  <a:lnTo>
                    <a:pt x="71130" y="203015"/>
                  </a:lnTo>
                  <a:lnTo>
                    <a:pt x="41492" y="188197"/>
                  </a:lnTo>
                  <a:lnTo>
                    <a:pt x="19264" y="165969"/>
                  </a:lnTo>
                  <a:lnTo>
                    <a:pt x="4446" y="136332"/>
                  </a:lnTo>
                  <a:lnTo>
                    <a:pt x="0" y="102249"/>
                  </a:lnTo>
                  <a:lnTo>
                    <a:pt x="4446" y="71129"/>
                  </a:lnTo>
                  <a:lnTo>
                    <a:pt x="19264" y="42974"/>
                  </a:lnTo>
                  <a:lnTo>
                    <a:pt x="41492" y="20746"/>
                  </a:lnTo>
                  <a:lnTo>
                    <a:pt x="71130" y="4446"/>
                  </a:lnTo>
                  <a:lnTo>
                    <a:pt x="102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7" name="Freeform 8033">
              <a:extLst>
                <a:ext uri="{382DBED2-A282-4EB7-A134-EADDE5F73297}">
                  <a16:creationId xmlns:a16="http://schemas.microsoft.com/office/drawing/2010/main" id="{37E96DFA-7AEF-418B-8536-0C266E6A4AF4}"/>
                </a:ext>
              </a:extLst>
            </p:cNvPr>
            <p:cNvSpPr/>
            <p:nvPr/>
          </p:nvSpPr>
          <p:spPr>
            <a:xfrm rot="0">
              <a:off x="4344435" y="3817990"/>
              <a:ext cx="99285" cy="100767"/>
            </a:xfrm>
            <a:custGeom>
              <a:avLst/>
              <a:gdLst/>
              <a:ahLst/>
              <a:cxnLst/>
              <a:rect b="b" l="0" r="r" t="0"/>
              <a:pathLst>
                <a:path h="100767" w="99285">
                  <a:moveTo>
                    <a:pt x="48902" y="20746"/>
                  </a:moveTo>
                  <a:lnTo>
                    <a:pt x="40010" y="20746"/>
                  </a:lnTo>
                  <a:lnTo>
                    <a:pt x="31119" y="25192"/>
                  </a:lnTo>
                  <a:lnTo>
                    <a:pt x="23710" y="31119"/>
                  </a:lnTo>
                  <a:lnTo>
                    <a:pt x="19264" y="40010"/>
                  </a:lnTo>
                  <a:lnTo>
                    <a:pt x="19264" y="48902"/>
                  </a:lnTo>
                  <a:lnTo>
                    <a:pt x="19264" y="60757"/>
                  </a:lnTo>
                  <a:lnTo>
                    <a:pt x="23710" y="69648"/>
                  </a:lnTo>
                  <a:lnTo>
                    <a:pt x="31119" y="75575"/>
                  </a:lnTo>
                  <a:lnTo>
                    <a:pt x="40010" y="80021"/>
                  </a:lnTo>
                  <a:lnTo>
                    <a:pt x="48902" y="80021"/>
                  </a:lnTo>
                  <a:lnTo>
                    <a:pt x="59275" y="80021"/>
                  </a:lnTo>
                  <a:lnTo>
                    <a:pt x="68166" y="75575"/>
                  </a:lnTo>
                  <a:lnTo>
                    <a:pt x="75575" y="69648"/>
                  </a:lnTo>
                  <a:lnTo>
                    <a:pt x="80021" y="60757"/>
                  </a:lnTo>
                  <a:lnTo>
                    <a:pt x="80021" y="48902"/>
                  </a:lnTo>
                  <a:lnTo>
                    <a:pt x="80021" y="40010"/>
                  </a:lnTo>
                  <a:lnTo>
                    <a:pt x="75575" y="31119"/>
                  </a:lnTo>
                  <a:lnTo>
                    <a:pt x="68166" y="25192"/>
                  </a:lnTo>
                  <a:lnTo>
                    <a:pt x="59275" y="20746"/>
                  </a:lnTo>
                  <a:lnTo>
                    <a:pt x="48902" y="20746"/>
                  </a:lnTo>
                  <a:close/>
                  <a:moveTo>
                    <a:pt x="48902" y="0"/>
                  </a:moveTo>
                  <a:lnTo>
                    <a:pt x="68166" y="4446"/>
                  </a:lnTo>
                  <a:lnTo>
                    <a:pt x="84466" y="16301"/>
                  </a:lnTo>
                  <a:lnTo>
                    <a:pt x="94839" y="31119"/>
                  </a:lnTo>
                  <a:lnTo>
                    <a:pt x="99285" y="48902"/>
                  </a:lnTo>
                  <a:lnTo>
                    <a:pt x="94839" y="69648"/>
                  </a:lnTo>
                  <a:lnTo>
                    <a:pt x="84466" y="84466"/>
                  </a:lnTo>
                  <a:lnTo>
                    <a:pt x="68166" y="96321"/>
                  </a:lnTo>
                  <a:lnTo>
                    <a:pt x="48902" y="100767"/>
                  </a:lnTo>
                  <a:lnTo>
                    <a:pt x="31119" y="96321"/>
                  </a:lnTo>
                  <a:lnTo>
                    <a:pt x="14819" y="84466"/>
                  </a:lnTo>
                  <a:lnTo>
                    <a:pt x="4446" y="69648"/>
                  </a:lnTo>
                  <a:lnTo>
                    <a:pt x="0" y="48902"/>
                  </a:lnTo>
                  <a:lnTo>
                    <a:pt x="4446" y="31119"/>
                  </a:lnTo>
                  <a:lnTo>
                    <a:pt x="14819" y="16301"/>
                  </a:lnTo>
                  <a:lnTo>
                    <a:pt x="31119" y="4446"/>
                  </a:lnTo>
                  <a:lnTo>
                    <a:pt x="489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8" name="Freeform 8034">
              <a:extLst>
                <a:ext uri="{256FAED8-8B84-4C94-9D71-AF803752D7D5}">
                  <a16:creationId xmlns:a16="http://schemas.microsoft.com/office/drawing/2010/main" id="{AB56DA2F-632D-4ED5-9C27-DD5F4A72BB97}"/>
                </a:ext>
              </a:extLst>
            </p:cNvPr>
            <p:cNvSpPr/>
            <p:nvPr/>
          </p:nvSpPr>
          <p:spPr>
            <a:xfrm rot="0">
              <a:off x="4117709" y="3893564"/>
              <a:ext cx="459378" cy="363058"/>
            </a:xfrm>
            <a:custGeom>
              <a:avLst/>
              <a:gdLst/>
              <a:ahLst/>
              <a:cxnLst/>
              <a:rect b="b" l="0" r="r" t="0"/>
              <a:pathLst>
                <a:path h="363058" w="459378">
                  <a:moveTo>
                    <a:pt x="117067" y="0"/>
                  </a:moveTo>
                  <a:lnTo>
                    <a:pt x="139295" y="2964"/>
                  </a:lnTo>
                  <a:lnTo>
                    <a:pt x="160041" y="14819"/>
                  </a:lnTo>
                  <a:lnTo>
                    <a:pt x="204497" y="4446"/>
                  </a:lnTo>
                  <a:lnTo>
                    <a:pt x="208943" y="41492"/>
                  </a:lnTo>
                  <a:lnTo>
                    <a:pt x="160041" y="51865"/>
                  </a:lnTo>
                  <a:lnTo>
                    <a:pt x="155596" y="51865"/>
                  </a:lnTo>
                  <a:lnTo>
                    <a:pt x="148186" y="51865"/>
                  </a:lnTo>
                  <a:lnTo>
                    <a:pt x="143741" y="50384"/>
                  </a:lnTo>
                  <a:lnTo>
                    <a:pt x="139295" y="45938"/>
                  </a:lnTo>
                  <a:lnTo>
                    <a:pt x="134850" y="41492"/>
                  </a:lnTo>
                  <a:lnTo>
                    <a:pt x="128922" y="38529"/>
                  </a:lnTo>
                  <a:lnTo>
                    <a:pt x="121513" y="38529"/>
                  </a:lnTo>
                  <a:lnTo>
                    <a:pt x="121513" y="63720"/>
                  </a:lnTo>
                  <a:lnTo>
                    <a:pt x="120031" y="68166"/>
                  </a:lnTo>
                  <a:lnTo>
                    <a:pt x="117067" y="72612"/>
                  </a:lnTo>
                  <a:lnTo>
                    <a:pt x="115585" y="77057"/>
                  </a:lnTo>
                  <a:lnTo>
                    <a:pt x="85948" y="103731"/>
                  </a:lnTo>
                  <a:lnTo>
                    <a:pt x="71129" y="136332"/>
                  </a:lnTo>
                  <a:lnTo>
                    <a:pt x="66684" y="140778"/>
                  </a:lnTo>
                  <a:lnTo>
                    <a:pt x="63720" y="143741"/>
                  </a:lnTo>
                  <a:lnTo>
                    <a:pt x="57793" y="148187"/>
                  </a:lnTo>
                  <a:lnTo>
                    <a:pt x="53347" y="148187"/>
                  </a:lnTo>
                  <a:lnTo>
                    <a:pt x="41492" y="148187"/>
                  </a:lnTo>
                  <a:lnTo>
                    <a:pt x="40010" y="148187"/>
                  </a:lnTo>
                  <a:lnTo>
                    <a:pt x="37047" y="149669"/>
                  </a:lnTo>
                  <a:lnTo>
                    <a:pt x="35565" y="154114"/>
                  </a:lnTo>
                  <a:lnTo>
                    <a:pt x="35565" y="183752"/>
                  </a:lnTo>
                  <a:lnTo>
                    <a:pt x="37047" y="185234"/>
                  </a:lnTo>
                  <a:lnTo>
                    <a:pt x="40010" y="188197"/>
                  </a:lnTo>
                  <a:lnTo>
                    <a:pt x="41492" y="188197"/>
                  </a:lnTo>
                  <a:lnTo>
                    <a:pt x="53347" y="188197"/>
                  </a:lnTo>
                  <a:lnTo>
                    <a:pt x="57793" y="189679"/>
                  </a:lnTo>
                  <a:lnTo>
                    <a:pt x="63720" y="192643"/>
                  </a:lnTo>
                  <a:lnTo>
                    <a:pt x="66684" y="197089"/>
                  </a:lnTo>
                  <a:lnTo>
                    <a:pt x="71129" y="201534"/>
                  </a:lnTo>
                  <a:lnTo>
                    <a:pt x="85948" y="232654"/>
                  </a:lnTo>
                  <a:lnTo>
                    <a:pt x="115585" y="259327"/>
                  </a:lnTo>
                  <a:lnTo>
                    <a:pt x="117067" y="263773"/>
                  </a:lnTo>
                  <a:lnTo>
                    <a:pt x="120031" y="268218"/>
                  </a:lnTo>
                  <a:lnTo>
                    <a:pt x="121513" y="274146"/>
                  </a:lnTo>
                  <a:lnTo>
                    <a:pt x="121513" y="321566"/>
                  </a:lnTo>
                  <a:lnTo>
                    <a:pt x="121513" y="323048"/>
                  </a:lnTo>
                  <a:lnTo>
                    <a:pt x="124477" y="326011"/>
                  </a:lnTo>
                  <a:lnTo>
                    <a:pt x="128922" y="327493"/>
                  </a:lnTo>
                  <a:lnTo>
                    <a:pt x="155596" y="327493"/>
                  </a:lnTo>
                  <a:lnTo>
                    <a:pt x="160041" y="326011"/>
                  </a:lnTo>
                  <a:lnTo>
                    <a:pt x="161523" y="323048"/>
                  </a:lnTo>
                  <a:lnTo>
                    <a:pt x="161523" y="321566"/>
                  </a:lnTo>
                  <a:lnTo>
                    <a:pt x="161523" y="309711"/>
                  </a:lnTo>
                  <a:lnTo>
                    <a:pt x="164487" y="303783"/>
                  </a:lnTo>
                  <a:lnTo>
                    <a:pt x="165969" y="299338"/>
                  </a:lnTo>
                  <a:lnTo>
                    <a:pt x="168933" y="294892"/>
                  </a:lnTo>
                  <a:lnTo>
                    <a:pt x="173378" y="291928"/>
                  </a:lnTo>
                  <a:lnTo>
                    <a:pt x="179306" y="291928"/>
                  </a:lnTo>
                  <a:lnTo>
                    <a:pt x="183751" y="291928"/>
                  </a:lnTo>
                  <a:lnTo>
                    <a:pt x="232653" y="296374"/>
                  </a:lnTo>
                  <a:lnTo>
                    <a:pt x="281554" y="290446"/>
                  </a:lnTo>
                  <a:lnTo>
                    <a:pt x="286000" y="290446"/>
                  </a:lnTo>
                  <a:lnTo>
                    <a:pt x="293409" y="290446"/>
                  </a:lnTo>
                  <a:lnTo>
                    <a:pt x="297855" y="291928"/>
                  </a:lnTo>
                  <a:lnTo>
                    <a:pt x="302300" y="296374"/>
                  </a:lnTo>
                  <a:lnTo>
                    <a:pt x="303782" y="300820"/>
                  </a:lnTo>
                  <a:lnTo>
                    <a:pt x="303782" y="308229"/>
                  </a:lnTo>
                  <a:lnTo>
                    <a:pt x="303782" y="321566"/>
                  </a:lnTo>
                  <a:lnTo>
                    <a:pt x="303782" y="323048"/>
                  </a:lnTo>
                  <a:lnTo>
                    <a:pt x="306746" y="326011"/>
                  </a:lnTo>
                  <a:lnTo>
                    <a:pt x="311192" y="327493"/>
                  </a:lnTo>
                  <a:lnTo>
                    <a:pt x="339347" y="327493"/>
                  </a:lnTo>
                  <a:lnTo>
                    <a:pt x="342311" y="326011"/>
                  </a:lnTo>
                  <a:lnTo>
                    <a:pt x="343793" y="323048"/>
                  </a:lnTo>
                  <a:lnTo>
                    <a:pt x="343793" y="321566"/>
                  </a:lnTo>
                  <a:lnTo>
                    <a:pt x="343793" y="268218"/>
                  </a:lnTo>
                  <a:lnTo>
                    <a:pt x="346756" y="263773"/>
                  </a:lnTo>
                  <a:lnTo>
                    <a:pt x="348238" y="259327"/>
                  </a:lnTo>
                  <a:lnTo>
                    <a:pt x="351202" y="254882"/>
                  </a:lnTo>
                  <a:lnTo>
                    <a:pt x="374912" y="228208"/>
                  </a:lnTo>
                  <a:lnTo>
                    <a:pt x="388249" y="198571"/>
                  </a:lnTo>
                  <a:lnTo>
                    <a:pt x="392694" y="167451"/>
                  </a:lnTo>
                  <a:lnTo>
                    <a:pt x="395658" y="161524"/>
                  </a:lnTo>
                  <a:lnTo>
                    <a:pt x="397140" y="157078"/>
                  </a:lnTo>
                  <a:lnTo>
                    <a:pt x="392694" y="152633"/>
                  </a:lnTo>
                  <a:lnTo>
                    <a:pt x="391212" y="145223"/>
                  </a:lnTo>
                  <a:lnTo>
                    <a:pt x="377875" y="112622"/>
                  </a:lnTo>
                  <a:lnTo>
                    <a:pt x="352684" y="82985"/>
                  </a:lnTo>
                  <a:lnTo>
                    <a:pt x="317119" y="60757"/>
                  </a:lnTo>
                  <a:lnTo>
                    <a:pt x="333420" y="28156"/>
                  </a:lnTo>
                  <a:lnTo>
                    <a:pt x="366021" y="47420"/>
                  </a:lnTo>
                  <a:lnTo>
                    <a:pt x="392694" y="72612"/>
                  </a:lnTo>
                  <a:lnTo>
                    <a:pt x="413440" y="100767"/>
                  </a:lnTo>
                  <a:lnTo>
                    <a:pt x="413440" y="94840"/>
                  </a:lnTo>
                  <a:lnTo>
                    <a:pt x="417886" y="87430"/>
                  </a:lnTo>
                  <a:lnTo>
                    <a:pt x="422331" y="82985"/>
                  </a:lnTo>
                  <a:lnTo>
                    <a:pt x="428259" y="81503"/>
                  </a:lnTo>
                  <a:lnTo>
                    <a:pt x="432704" y="81503"/>
                  </a:lnTo>
                  <a:lnTo>
                    <a:pt x="440114" y="82985"/>
                  </a:lnTo>
                  <a:lnTo>
                    <a:pt x="444559" y="87430"/>
                  </a:lnTo>
                  <a:lnTo>
                    <a:pt x="454932" y="105213"/>
                  </a:lnTo>
                  <a:lnTo>
                    <a:pt x="459378" y="127441"/>
                  </a:lnTo>
                  <a:lnTo>
                    <a:pt x="454932" y="148187"/>
                  </a:lnTo>
                  <a:lnTo>
                    <a:pt x="446041" y="165969"/>
                  </a:lnTo>
                  <a:lnTo>
                    <a:pt x="428259" y="179306"/>
                  </a:lnTo>
                  <a:lnTo>
                    <a:pt x="422331" y="214871"/>
                  </a:lnTo>
                  <a:lnTo>
                    <a:pt x="406031" y="247472"/>
                  </a:lnTo>
                  <a:lnTo>
                    <a:pt x="382321" y="277110"/>
                  </a:lnTo>
                  <a:lnTo>
                    <a:pt x="382321" y="321566"/>
                  </a:lnTo>
                  <a:lnTo>
                    <a:pt x="374912" y="340830"/>
                  </a:lnTo>
                  <a:lnTo>
                    <a:pt x="360093" y="357131"/>
                  </a:lnTo>
                  <a:lnTo>
                    <a:pt x="339347" y="363058"/>
                  </a:lnTo>
                  <a:lnTo>
                    <a:pt x="311192" y="363058"/>
                  </a:lnTo>
                  <a:lnTo>
                    <a:pt x="290445" y="358612"/>
                  </a:lnTo>
                  <a:lnTo>
                    <a:pt x="277109" y="348239"/>
                  </a:lnTo>
                  <a:lnTo>
                    <a:pt x="268217" y="330457"/>
                  </a:lnTo>
                  <a:lnTo>
                    <a:pt x="232653" y="331939"/>
                  </a:lnTo>
                  <a:lnTo>
                    <a:pt x="197088" y="330457"/>
                  </a:lnTo>
                  <a:lnTo>
                    <a:pt x="188197" y="348239"/>
                  </a:lnTo>
                  <a:lnTo>
                    <a:pt x="174860" y="358612"/>
                  </a:lnTo>
                  <a:lnTo>
                    <a:pt x="155596" y="363058"/>
                  </a:lnTo>
                  <a:lnTo>
                    <a:pt x="128922" y="363058"/>
                  </a:lnTo>
                  <a:lnTo>
                    <a:pt x="106694" y="357131"/>
                  </a:lnTo>
                  <a:lnTo>
                    <a:pt x="90394" y="340830"/>
                  </a:lnTo>
                  <a:lnTo>
                    <a:pt x="84466" y="321566"/>
                  </a:lnTo>
                  <a:lnTo>
                    <a:pt x="84466" y="283037"/>
                  </a:lnTo>
                  <a:lnTo>
                    <a:pt x="59275" y="256363"/>
                  </a:lnTo>
                  <a:lnTo>
                    <a:pt x="40010" y="225244"/>
                  </a:lnTo>
                  <a:lnTo>
                    <a:pt x="19264" y="219317"/>
                  </a:lnTo>
                  <a:lnTo>
                    <a:pt x="5927" y="203016"/>
                  </a:lnTo>
                  <a:lnTo>
                    <a:pt x="0" y="183752"/>
                  </a:lnTo>
                  <a:lnTo>
                    <a:pt x="0" y="154114"/>
                  </a:lnTo>
                  <a:lnTo>
                    <a:pt x="5927" y="131886"/>
                  </a:lnTo>
                  <a:lnTo>
                    <a:pt x="19264" y="118550"/>
                  </a:lnTo>
                  <a:lnTo>
                    <a:pt x="40010" y="112622"/>
                  </a:lnTo>
                  <a:lnTo>
                    <a:pt x="59275" y="81503"/>
                  </a:lnTo>
                  <a:lnTo>
                    <a:pt x="84466" y="54829"/>
                  </a:lnTo>
                  <a:lnTo>
                    <a:pt x="84466" y="25192"/>
                  </a:lnTo>
                  <a:lnTo>
                    <a:pt x="85948" y="19264"/>
                  </a:lnTo>
                  <a:lnTo>
                    <a:pt x="88912" y="11855"/>
                  </a:lnTo>
                  <a:lnTo>
                    <a:pt x="94839" y="7409"/>
                  </a:lnTo>
                  <a:lnTo>
                    <a:pt x="1170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>
              <a:noAutofit/>
            </a:bodyPr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sp>
        <p:nvSpPr>
          <p:cNvPr id="49" name="Text Placeholder 7">
            <a:extLst>
              <a:ext uri="{7BCF69F6-5F50-4769-9CB2-53F0D6AE10DB}">
                <a16:creationId xmlns:a16="http://schemas.microsoft.com/office/drawing/2010/main" id="{C83DE429-CA23-4141-9CE1-FAC550991A3D}"/>
              </a:ext>
            </a:extLst>
          </p:cNvPr>
          <p:cNvSpPr>
            <a:spLocks noGrp="true"/>
          </p:cNvSpPr>
          <p:nvPr>
            <p:ph idx="10" type="body"/>
          </p:nvPr>
        </p:nvSpPr>
        <p:spPr>
          <a:xfrm rot="0">
            <a:off x="1904834" y="867331"/>
            <a:ext cx="5334329" cy="235448"/>
          </a:xfrm>
          <a:prstGeom prst="rect">
            <a:avLst/>
          </a:prstGeom>
        </p:spPr>
        <p:txBody>
          <a:bodyPr rtlCol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6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hidden="false" id="50" name="Title 1">
            <a:extLst>
              <a:ext uri="{ECA8775F-3971-41E5-93FE-C5015448BAE2}">
                <a16:creationId xmlns:a16="http://schemas.microsoft.com/office/drawing/2010/main" id="{658D0C25-F6DF-4EFC-9F29-B3DDCDEFCC3E}"/>
              </a:ext>
            </a:extLst>
          </p:cNvPr>
          <p:cNvSpPr>
            <a:spLocks noGrp="true"/>
          </p:cNvSpPr>
          <p:nvPr>
            <p:ph idx="11" type="title"/>
          </p:nvPr>
        </p:nvSpPr>
        <p:spPr>
          <a:xfrm rot="0">
            <a:off x="1174250" y="382583"/>
            <a:ext cx="6795500" cy="484748"/>
          </a:xfrm>
          <a:noFill/>
        </p:spPr>
        <p:txBody>
          <a:bodyPr rtlCol="0">
            <a:noAutofit/>
          </a:bodyPr>
          <a:lstStyle>
            <a:lvl1pPr algn="ctr" lvl="0">
              <a:defRPr dirty="0" lang="en-US" sz="2800"/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51" name="Slide Number Placeholder 1">
            <a:extLst>
              <a:ext uri="{9A61E25B-0398-471B-9771-D1820853259A}">
                <a16:creationId xmlns:a16="http://schemas.microsoft.com/office/drawing/2010/main" id="{556E971E-D2A7-4FFF-ACC5-5A85044F4EF7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>
          <a:xfrm rot="0">
            <a:off x="7758332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189954AD-0263-4EA3-B4D0-E6C525FE421B}" type="slidenum"/>
            <a:endParaRPr dirty="0" lang="en-US"/>
          </a:p>
        </p:txBody>
      </p:sp>
      <p:sp>
        <p:nvSpPr>
          <p:cNvPr hidden="false" id="52" name="Footer Placeholder 1">
            <a:extLst>
              <a:ext uri="{75364BA0-CBC5-4ACD-8305-5B40ED749F19}">
                <a16:creationId xmlns:a16="http://schemas.microsoft.com/office/drawing/2010/main" id="{003E6386-B0F6-40DE-961C-5A9AD39697CC}"/>
              </a:ext>
            </a:extLst>
          </p:cNvPr>
          <p:cNvSpPr>
            <a:spLocks noGrp="true"/>
          </p:cNvSpPr>
          <p:nvPr>
            <p:ph idx="13" sz="quarter" type="ftr"/>
          </p:nvPr>
        </p:nvSpPr>
        <p:spPr>
          <a:xfrm rot="0">
            <a:off x="2486063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 Message</a:t>
            </a:r>
            <a:endParaRPr dirty="0" lang="en-US"/>
          </a:p>
        </p:txBody>
      </p:sp>
      <p:sp>
        <p:nvSpPr>
          <p:cNvPr hidden="false" id="53" name="Date Placeholder 1">
            <a:extLst>
              <a:ext uri="{87AAE70C-3C90-4BE1-B21B-7C61D3EFFB5A}">
                <a16:creationId xmlns:a16="http://schemas.microsoft.com/office/drawing/2010/main" id="{3D613BCC-69C4-449D-B48A-8C4F933E5318}"/>
              </a:ext>
            </a:extLst>
          </p:cNvPr>
          <p:cNvSpPr>
            <a:spLocks noGrp="true"/>
          </p:cNvSpPr>
          <p:nvPr>
            <p:ph idx="14" sz="half" type="dt"/>
          </p:nvPr>
        </p:nvSpPr>
        <p:spPr>
          <a:xfrm rot="0">
            <a:off x="752513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FB9511DE-D372-4B86-AB82-6066D90362D5}" type="datetime4">
              <a:t>May 5, 2025</a:t>
            </a:fld>
            <a:endParaRPr dirty="0" lang="en-US"/>
          </a:p>
        </p:txBody>
      </p:sp>
    </p:spTree>
    <p:extLst>
      <p:ext uri="{00FC99C9-76D4-4D7C-B5A1-7C8FED8E7198}">
        <p14:creationId xmlns:p14="http://schemas.microsoft.com/office/powerpoint/2010/main" val="1746389016626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false" id="2" name="Picture Placeholder 25">
            <a:extLst>
              <a:ext uri="{D93EDC4D-92C7-4BE3-A3BC-BABE320E9997}">
                <a16:creationId xmlns:a16="http://schemas.microsoft.com/office/drawing/2010/main" id="{C3C436CC-5627-4499-8DC8-B5919F141E10}"/>
              </a:ext>
            </a:extLst>
          </p:cNvPr>
          <p:cNvSpPr>
            <a:spLocks noGrp="true"/>
          </p:cNvSpPr>
          <p:nvPr>
            <p:ph type="pic"/>
          </p:nvPr>
        </p:nvSpPr>
        <p:spPr>
          <a:xfrm rot="0">
            <a:off x="134552" y="134999"/>
            <a:ext cx="2612651" cy="4873499"/>
          </a:xfrm>
          <a:custGeom>
            <a:avLst/>
            <a:gdLst/>
            <a:ahLst/>
            <a:cxnLst/>
            <a:rect b="b" l="0" r="r" t="0"/>
            <a:pathLst>
              <a:path h="6498000" w="3483535">
                <a:moveTo>
                  <a:pt x="0" y="0"/>
                </a:moveTo>
                <a:lnTo>
                  <a:pt x="3483535" y="0"/>
                </a:lnTo>
                <a:lnTo>
                  <a:pt x="1229827" y="6498000"/>
                </a:lnTo>
                <a:lnTo>
                  <a:pt x="0" y="6498000"/>
                </a:lnTo>
                <a:close/>
              </a:path>
            </a:pathLst>
          </a:custGeom>
        </p:spPr>
        <p:txBody>
          <a:bodyPr rtlCol="0" wrap="square">
            <a:noAutofit/>
          </a:bodyPr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3" name="Text Placeholder 7">
            <a:extLst>
              <a:ext uri="{C9E5ED77-26A9-4778-AC97-EF870E53FD6E}">
                <a16:creationId xmlns:a16="http://schemas.microsoft.com/office/drawing/2010/main" id="{05B9F66A-8D73-4DE6-AE9F-06E651C994F5}"/>
              </a:ext>
            </a:extLst>
          </p:cNvPr>
          <p:cNvSpPr>
            <a:spLocks noGrp="true"/>
          </p:cNvSpPr>
          <p:nvPr userDrawn="1">
            <p:ph idx="1" type="body"/>
          </p:nvPr>
        </p:nvSpPr>
        <p:spPr>
          <a:xfrm rot="0">
            <a:off x="3451944" y="1711486"/>
            <a:ext cx="1546764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1600">
                <a:solidFill>
                  <a:srgbClr val="243e3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4" name="Text Placeholder 7">
            <a:extLst>
              <a:ext uri="{D347F371-7D2F-43A4-9CE5-078ACF3A9A30}">
                <a16:creationId xmlns:a16="http://schemas.microsoft.com/office/drawing/2010/main" id="{BADD12C5-A6A8-4BD1-B690-B25ED46BBB67}"/>
              </a:ext>
            </a:extLst>
          </p:cNvPr>
          <p:cNvSpPr>
            <a:spLocks noGrp="true"/>
          </p:cNvSpPr>
          <p:nvPr userDrawn="1">
            <p:ph idx="2" type="body"/>
          </p:nvPr>
        </p:nvSpPr>
        <p:spPr>
          <a:xfrm rot="0">
            <a:off x="3451944" y="1946935"/>
            <a:ext cx="1546764" cy="21467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4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5" name="Text Placeholder 7">
            <a:extLst>
              <a:ext uri="{B5A2A7B3-75FD-474E-94B6-54F61F56C541}">
                <a16:creationId xmlns:a16="http://schemas.microsoft.com/office/drawing/2010/main" id="{D47375D9-A17D-469C-938E-BC5BD9A3536E}"/>
              </a:ext>
            </a:extLst>
          </p:cNvPr>
          <p:cNvSpPr>
            <a:spLocks noGrp="true"/>
          </p:cNvSpPr>
          <p:nvPr userDrawn="1">
            <p:ph idx="3" type="body"/>
          </p:nvPr>
        </p:nvSpPr>
        <p:spPr>
          <a:xfrm rot="0">
            <a:off x="3086160" y="2911636"/>
            <a:ext cx="1546764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1600">
                <a:solidFill>
                  <a:srgbClr val="243e3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6" name="Text Placeholder 7">
            <a:extLst>
              <a:ext uri="{6F832E1A-5867-4ED3-80F1-D638A19B0097}">
                <a16:creationId xmlns:a16="http://schemas.microsoft.com/office/drawing/2010/main" id="{637C696F-D111-4887-A60C-5F681D9B0275}"/>
              </a:ext>
            </a:extLst>
          </p:cNvPr>
          <p:cNvSpPr>
            <a:spLocks noGrp="true"/>
          </p:cNvSpPr>
          <p:nvPr userDrawn="1">
            <p:ph idx="4" type="body"/>
          </p:nvPr>
        </p:nvSpPr>
        <p:spPr>
          <a:xfrm rot="0">
            <a:off x="3086160" y="3147085"/>
            <a:ext cx="1546764" cy="21467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4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7" name="Text Placeholder 7">
            <a:extLst>
              <a:ext uri="{50A13E98-5211-4796-9D57-949D4FC7F9B9}">
                <a16:creationId xmlns:a16="http://schemas.microsoft.com/office/drawing/2010/main" id="{B0FDF2A4-2ACD-47C8-8339-D4A9C9C32510}"/>
              </a:ext>
            </a:extLst>
          </p:cNvPr>
          <p:cNvSpPr>
            <a:spLocks noGrp="true"/>
          </p:cNvSpPr>
          <p:nvPr userDrawn="1">
            <p:ph idx="5" type="body"/>
          </p:nvPr>
        </p:nvSpPr>
        <p:spPr>
          <a:xfrm rot="0">
            <a:off x="2678561" y="4137934"/>
            <a:ext cx="1546764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1600">
                <a:solidFill>
                  <a:srgbClr val="243e3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8" name="Text Placeholder 7">
            <a:extLst>
              <a:ext uri="{F544EDCA-A418-4A70-9007-972B963CF3E0}">
                <a16:creationId xmlns:a16="http://schemas.microsoft.com/office/drawing/2010/main" id="{A98BA644-4231-4D73-8928-9445CCBF5D47}"/>
              </a:ext>
            </a:extLst>
          </p:cNvPr>
          <p:cNvSpPr>
            <a:spLocks noGrp="true"/>
          </p:cNvSpPr>
          <p:nvPr userDrawn="1">
            <p:ph idx="6" type="body"/>
          </p:nvPr>
        </p:nvSpPr>
        <p:spPr>
          <a:xfrm rot="0">
            <a:off x="2678561" y="4373383"/>
            <a:ext cx="1546764" cy="21467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l"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4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hidden="false" id="9" name="Picture Placeholder 26">
            <a:extLst>
              <a:ext uri="{5B110503-32AA-464A-807F-A4E7FDA128D9}">
                <a16:creationId xmlns:a16="http://schemas.microsoft.com/office/drawing/2010/main" id="{A9E5868D-F192-4467-8E44-D62106E56A3D}"/>
              </a:ext>
            </a:extLst>
          </p:cNvPr>
          <p:cNvSpPr>
            <a:spLocks noGrp="true"/>
          </p:cNvSpPr>
          <p:nvPr>
            <p:ph idx="7" type="pic"/>
          </p:nvPr>
        </p:nvSpPr>
        <p:spPr>
          <a:xfrm rot="0">
            <a:off x="4814842" y="134999"/>
            <a:ext cx="4194608" cy="4873499"/>
          </a:xfrm>
          <a:custGeom>
            <a:avLst/>
            <a:gdLst/>
            <a:ahLst/>
            <a:cxnLst/>
            <a:rect b="b" l="0" r="r" t="0"/>
            <a:pathLst>
              <a:path h="6498000" w="5592811">
                <a:moveTo>
                  <a:pt x="2253708" y="0"/>
                </a:moveTo>
                <a:lnTo>
                  <a:pt x="2289617" y="0"/>
                </a:lnTo>
                <a:lnTo>
                  <a:pt x="3483535" y="0"/>
                </a:lnTo>
                <a:lnTo>
                  <a:pt x="5592811" y="0"/>
                </a:lnTo>
                <a:lnTo>
                  <a:pt x="5592625" y="537"/>
                </a:lnTo>
                <a:lnTo>
                  <a:pt x="3302854" y="6498000"/>
                </a:lnTo>
                <a:lnTo>
                  <a:pt x="2109276" y="6498000"/>
                </a:lnTo>
                <a:lnTo>
                  <a:pt x="0" y="6498000"/>
                </a:lnTo>
                <a:close/>
              </a:path>
            </a:pathLst>
          </a:custGeom>
        </p:spPr>
        <p:txBody>
          <a:bodyPr rtlCol="0" wrap="square">
            <a:noAutofit/>
          </a:bodyPr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hidden="false" id="10" name="Title 1">
            <a:extLst>
              <a:ext uri="{51BF6E0F-2F86-43AD-A18F-04C78BE220E7}">
                <a16:creationId xmlns:a16="http://schemas.microsoft.com/office/drawing/2010/main" id="{29338FD5-56B4-47F0-98CE-D6C8580299CB}"/>
              </a:ext>
            </a:extLst>
          </p:cNvPr>
          <p:cNvSpPr>
            <a:spLocks noGrp="true"/>
          </p:cNvSpPr>
          <p:nvPr>
            <p:ph idx="8" type="title"/>
          </p:nvPr>
        </p:nvSpPr>
        <p:spPr>
          <a:xfrm rot="0">
            <a:off x="2678561" y="489256"/>
            <a:ext cx="3456060" cy="484748"/>
          </a:xfrm>
          <a:noFill/>
        </p:spPr>
        <p:txBody>
          <a:bodyPr bIns="0" lIns="0" rIns="0" rtlCol="0" tIns="0">
            <a:noAutofit/>
          </a:bodyPr>
          <a:lstStyle>
            <a:lvl1pPr algn="ctr" lvl="0">
              <a:defRPr dirty="0" lang="en-US" sz="2800"/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id="11" name="">
            <a:extLst>
              <a:ext uri="{160CDDB8-ECAF-4C49-8C93-15C16433AAD6}">
                <a16:creationId xmlns:a16="http://schemas.microsoft.com/office/drawing/2010/main" id="{B5F96218-AE12-4A9D-BA44-30D794031C22}"/>
              </a:ext>
            </a:extLst>
          </p:cNvPr>
          <p:cNvSpPr>
            <a:spLocks noChangeAspect="true"/>
          </p:cNvSpPr>
          <p:nvPr userDrawn="1"/>
        </p:nvSpPr>
        <p:spPr>
          <a:xfrm flipH="false" flipV="false" rot="0">
            <a:off x="2770717" y="1666598"/>
            <a:ext cx="571500" cy="5715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2" name="">
            <a:extLst>
              <a:ext uri="{2DA6000C-687B-421F-9DCF-E8D7EE3A9FE8}">
                <a16:creationId xmlns:a16="http://schemas.microsoft.com/office/drawing/2010/main" id="{15FDDA61-4FC6-43F4-994E-83D731EC6371}"/>
              </a:ext>
            </a:extLst>
          </p:cNvPr>
          <p:cNvSpPr/>
          <p:nvPr>
            <p:ph idx="9" type="pic"/>
          </p:nvPr>
        </p:nvSpPr>
        <p:spPr>
          <a:xfrm flipH="false" flipV="false" rot="0">
            <a:off x="2865967" y="1781175"/>
            <a:ext cx="333375" cy="333375"/>
          </a:xfrm>
          <a:prstGeom prst="rect">
            <a:avLst/>
          </a:prstGeom>
        </p:spPr>
        <p:txBody>
          <a:bodyPr bIns="45720" lIns="91440" rIns="91440" rtlCol="0" tIns="45720" vert="horz">
            <a:noAutofit/>
          </a:bodyPr>
          <a:lstStyle/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3" name="">
            <a:extLst>
              <a:ext uri="{57757C51-B5C4-40F9-B994-19E5CAF3CF11}">
                <a16:creationId xmlns:a16="http://schemas.microsoft.com/office/drawing/2010/main" id="{8B7C9505-5F90-4684-A6DA-B2C922AB7402}"/>
              </a:ext>
            </a:extLst>
          </p:cNvPr>
          <p:cNvSpPr>
            <a:spLocks noChangeAspect="true"/>
          </p:cNvSpPr>
          <p:nvPr userDrawn="1"/>
        </p:nvSpPr>
        <p:spPr>
          <a:xfrm flipH="false" flipV="false" rot="0">
            <a:off x="2429751" y="2849632"/>
            <a:ext cx="571500" cy="5715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4" name="">
            <a:extLst>
              <a:ext uri="{C3F7C890-D133-4144-B397-2CAD990D5567}">
                <a16:creationId xmlns:a16="http://schemas.microsoft.com/office/drawing/2010/main" id="{70B9C189-ED94-48FE-930E-CD74F20432BE}"/>
              </a:ext>
            </a:extLst>
          </p:cNvPr>
          <p:cNvSpPr>
            <a:spLocks noChangeAspect="true"/>
          </p:cNvSpPr>
          <p:nvPr userDrawn="1"/>
        </p:nvSpPr>
        <p:spPr>
          <a:xfrm flipH="false" flipV="false" rot="0">
            <a:off x="2048751" y="4106932"/>
            <a:ext cx="571500" cy="5715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5" name="">
            <a:extLst>
              <a:ext uri="{7DEEAB1C-6B57-43EC-B770-456D38DD9558}">
                <a16:creationId xmlns:a16="http://schemas.microsoft.com/office/drawing/2010/main" id="{2695260A-47A7-4840-BABD-981EF81575FB}"/>
              </a:ext>
            </a:extLst>
          </p:cNvPr>
          <p:cNvSpPr/>
          <p:nvPr>
            <p:ph idx="10" type="pic"/>
          </p:nvPr>
        </p:nvSpPr>
        <p:spPr>
          <a:xfrm flipH="false" flipV="false" rot="0">
            <a:off x="2556700" y="2962275"/>
            <a:ext cx="333375" cy="333375"/>
          </a:xfrm>
          <a:prstGeom prst="rect">
            <a:avLst/>
          </a:prstGeom>
        </p:spPr>
        <p:txBody>
          <a:bodyPr bIns="45720" lIns="91440" rIns="91440" rtlCol="0" tIns="45720" vert="horz">
            <a:noAutofit/>
          </a:bodyPr>
          <a:lstStyle/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false" id="16" name="">
            <a:extLst>
              <a:ext uri="{7A051213-DE21-4AF6-BEA2-BB6A4F9C3C1A}">
                <a16:creationId xmlns:a16="http://schemas.microsoft.com/office/drawing/2010/main" id="{953FC23B-3D70-4EF8-A8EE-B16018A3D129}"/>
              </a:ext>
            </a:extLst>
          </p:cNvPr>
          <p:cNvSpPr/>
          <p:nvPr>
            <p:ph idx="11" type="pic"/>
          </p:nvPr>
        </p:nvSpPr>
        <p:spPr>
          <a:xfrm flipH="false" flipV="false" rot="0">
            <a:off x="2162146" y="4236425"/>
            <a:ext cx="333375" cy="333375"/>
          </a:xfrm>
          <a:prstGeom prst="rect">
            <a:avLst/>
          </a:prstGeom>
        </p:spPr>
        <p:txBody>
          <a:bodyPr bIns="45720" lIns="91440" rIns="91440" rtlCol="0" tIns="45720" vert="horz">
            <a:noAutofit/>
          </a:bodyPr>
          <a:lstStyle/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false" id="17" name="Slide Number Placeholder 1">
            <a:extLst>
              <a:ext uri="{D51ED4B8-1E34-44B3-91D4-4E2D46217556}">
                <a16:creationId xmlns:a16="http://schemas.microsoft.com/office/drawing/2010/main" id="{D8532AF8-3561-486F-9BC5-4DD6D1DD6FA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8" name="Footer Placeholder 1">
            <a:extLst>
              <a:ext uri="{2D827961-4211-47F3-903B-71945BC88770}">
                <a16:creationId xmlns:a16="http://schemas.microsoft.com/office/drawing/2010/main" id="{F0DD4795-08EE-4A0A-8EF0-451908C4FA4A}"/>
              </a:ext>
            </a:extLst>
          </p:cNvPr>
          <p:cNvSpPr>
            <a:spLocks noGrp="true"/>
          </p:cNvSpPr>
          <p:nvPr>
            <p:ph idx="13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9" name="Date Placeholder 1">
            <a:extLst>
              <a:ext uri="{ACB6EE45-B00C-49AC-A94A-DA8B61FF57B7}">
                <a16:creationId xmlns:a16="http://schemas.microsoft.com/office/drawing/2010/main" id="{841ADE66-AF4C-405C-BBCD-C8E1D34E18A0}"/>
              </a:ext>
            </a:extLst>
          </p:cNvPr>
          <p:cNvSpPr>
            <a:spLocks noGrp="true"/>
          </p:cNvSpPr>
          <p:nvPr>
            <p:ph idx="14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B16819AD-4C58-4A1E-BDE9-7C92EE74F8D0}">
        <p14:creationId xmlns:p14="http://schemas.microsoft.com/office/powerpoint/2010/main" val="1746389016630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767972C-E4A4-4D3E-A948-8B71D41FCAB5}">
                <a16:creationId xmlns:a16="http://schemas.microsoft.com/office/drawing/2010/main" id="{5075F82D-702F-46EC-B308-9A7463DA763F}"/>
              </a:ext>
            </a:extLst>
          </p:cNvPr>
          <p:cNvSpPr>
            <a:spLocks noGrp="true"/>
          </p:cNvSpPr>
          <p:nvPr>
            <p:ph type="pic"/>
          </p:nvPr>
        </p:nvSpPr>
        <p:spPr>
          <a:xfrm rot="0">
            <a:off x="2314186" y="161925"/>
            <a:ext cx="6677414" cy="4810123"/>
          </a:xfrm>
          <a:custGeom>
            <a:avLst/>
            <a:gdLst/>
            <a:ahLst/>
            <a:cxnLst/>
            <a:rect b="b" l="0" r="r" t="0"/>
            <a:pathLst>
              <a:path h="4810123" w="6677414">
                <a:moveTo>
                  <a:pt x="6677414" y="0"/>
                </a:moveTo>
                <a:lnTo>
                  <a:pt x="6667889" y="4810123"/>
                </a:lnTo>
                <a:lnTo>
                  <a:pt x="0" y="4788716"/>
                </a:lnTo>
                <a:lnTo>
                  <a:pt x="1652891" y="23022"/>
                </a:lnTo>
                <a:close/>
              </a:path>
            </a:pathLst>
          </a:custGeom>
        </p:spPr>
        <p:txBody>
          <a:bodyPr anchor="ctr" rtlCol="0" wrap="square">
            <a:noAutofit/>
          </a:bodyPr>
          <a:lstStyle>
            <a:lvl1pPr algn="ctr"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3" name="Text Placeholder 7">
            <a:extLst>
              <a:ext uri="{70731571-1E5A-4F53-AA92-41B09F3EF9DB}">
                <a16:creationId xmlns:a16="http://schemas.microsoft.com/office/drawing/2010/main" id="{5DC23E81-FA73-432D-BFF5-F00E77206905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6250" y="3048000"/>
            <a:ext cx="2190750" cy="476250"/>
          </a:xfrm>
          <a:prstGeom prst="rect">
            <a:avLst/>
          </a:prstGeom>
        </p:spPr>
        <p:txBody>
          <a:bodyPr bIns="0" lIns="0" rIns="0" rtlCol="0" tIns="0" wrap="square">
            <a:spAutoFit/>
          </a:bodyPr>
          <a:lstStyle>
            <a:lvl1pPr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600">
                <a:solidFill>
                  <a:schemeClr val="tx1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subtitle</a:t>
            </a:r>
            <a:endParaRPr dirty="0" lang="en-US"/>
          </a:p>
        </p:txBody>
      </p:sp>
      <p:sp>
        <p:nvSpPr>
          <p:cNvPr id="4" name="Text Placeholder 7">
            <a:extLst>
              <a:ext uri="{6C918B37-6934-4371-B882-3204338D4D2F}">
                <a16:creationId xmlns:a16="http://schemas.microsoft.com/office/drawing/2010/main" id="{C228F103-018F-414E-86CC-66A09583FFA5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476250" y="3810000"/>
            <a:ext cx="857250" cy="228600"/>
          </a:xfrm>
          <a:prstGeom prst="rect">
            <a:avLst/>
          </a:prstGeom>
          <a:solidFill>
            <a:srgbClr val="243e36"/>
          </a:solidFill>
        </p:spPr>
        <p:txBody>
          <a:bodyPr anchor="ctr" bIns="0" lIns="95250" rIns="9525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000">
                <a:solidFill>
                  <a:schemeClr val="bg1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date</a:t>
            </a:r>
            <a:endParaRPr dirty="0" lang="en-US"/>
          </a:p>
        </p:txBody>
      </p:sp>
      <p:cxnSp>
        <p:nvCxnSpPr>
          <p:cNvPr id="5" name="Straight Connector 11">
            <a:extLst>
              <a:ext uri="{C3B0289B-87B4-411A-B5F7-0158C42BF1E3}">
                <a16:creationId xmlns:a16="http://schemas.microsoft.com/office/drawing/2010/main" id="{61EF28E7-717E-4BB2-8B3F-3815E8EE56E0}"/>
              </a:ext>
            </a:extLst>
          </p:cNvPr>
          <p:cNvCxnSpPr/>
          <p:nvPr/>
        </p:nvCxnSpPr>
        <p:spPr>
          <a:xfrm rot="0">
            <a:off x="495300" y="2762250"/>
            <a:ext cx="190500" cy="0"/>
          </a:xfrm>
          <a:prstGeom prst="line">
            <a:avLst/>
          </a:prstGeom>
          <a:ln w="5715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hidden="false" id="6" name="Title 1">
            <a:extLst>
              <a:ext uri="{BC59BA22-0606-408A-9532-8D1C6195EBC9}">
                <a16:creationId xmlns:a16="http://schemas.microsoft.com/office/drawing/2010/main" id="{35837ED4-C50C-4B16-95EB-530FDF22F743}"/>
              </a:ext>
            </a:extLst>
          </p:cNvPr>
          <p:cNvSpPr>
            <a:spLocks noGrp="true"/>
          </p:cNvSpPr>
          <p:nvPr>
            <p:ph idx="3" type="title"/>
          </p:nvPr>
        </p:nvSpPr>
        <p:spPr>
          <a:xfrm rot="0">
            <a:off x="476250" y="571500"/>
            <a:ext cx="2340940" cy="1905000"/>
          </a:xfrm>
        </p:spPr>
        <p:txBody>
          <a:bodyPr anchor="b" bIns="0" lIns="0" rIns="0" rtlCol="0" tIns="0"/>
          <a:lstStyle>
            <a:lvl1pPr lvl="0">
              <a:defRPr dirty="0" lang="en-US" sz="4000"/>
            </a:lvl1pPr>
          </a:lstStyle>
          <a:p>
            <a:pPr/>
            <a:r>
              <a:rPr dirty="0" lang="en-US"/>
              <a:t>Add title here</a:t>
            </a:r>
            <a:endParaRPr dirty="0" lang="en-US"/>
          </a:p>
        </p:txBody>
      </p:sp>
      <p:sp>
        <p:nvSpPr>
          <p:cNvPr hidden="false" id="7" name="Slide Number Placeholder 1">
            <a:extLst>
              <a:ext uri="{8824A4EF-B5B3-4446-98EB-66372756B91C}">
                <a16:creationId xmlns:a16="http://schemas.microsoft.com/office/drawing/2010/main" id="{D080E837-3B50-488D-B2C9-F141F8B493C9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8" name="Footer Placeholder 1">
            <a:extLst>
              <a:ext uri="{F625D443-F3C6-4BF2-AB30-5A48B45D3595}">
                <a16:creationId xmlns:a16="http://schemas.microsoft.com/office/drawing/2010/main" id="{5FD955F8-939B-4B49-9D06-696CD8DA3DA6}"/>
              </a:ext>
            </a:extLst>
          </p:cNvPr>
          <p:cNvSpPr>
            <a:spLocks noGrp="true"/>
          </p:cNvSpPr>
          <p:nvPr>
            <p:ph idx="5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9" name="Date Placeholder 1">
            <a:extLst>
              <a:ext uri="{0D9315FF-50F4-4430-BBA9-62C142F15C55}">
                <a16:creationId xmlns:a16="http://schemas.microsoft.com/office/drawing/2010/main" id="{2D9374D5-AE9C-4CFB-8F7D-141F2B236D25}"/>
              </a:ext>
            </a:extLst>
          </p:cNvPr>
          <p:cNvSpPr>
            <a:spLocks noGrp="true"/>
          </p:cNvSpPr>
          <p:nvPr>
            <p:ph idx="6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B6F209FC-7D08-4DF1-B358-F867B6A84246}">
        <p14:creationId xmlns:p14="http://schemas.microsoft.com/office/powerpoint/2010/main" val="1746389016633"/>
      </p:ext>
    </p:extLst>
  </p:cSld>
  <p:clrMapOvr>
    <a:masterClrMapping/>
  </p:clrMapOvr>
</p:sldLayout>
</file>

<file path=ppt/slideLayouts/slideLayout1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Story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5BB1E4C2-F2DD-4489-849F-00E6A753B4A3}">
                <a16:creationId xmlns:a16="http://schemas.microsoft.com/office/drawing/2010/main" id="{BC73BFFB-3BDB-4328-9035-6DE57BF1A5D6}"/>
              </a:ext>
            </a:extLst>
          </p:cNvPr>
          <p:cNvSpPr>
            <a:spLocks noGrp="true"/>
          </p:cNvSpPr>
          <p:nvPr>
            <p:ph type="pic"/>
          </p:nvPr>
        </p:nvSpPr>
        <p:spPr>
          <a:xfrm rot="0">
            <a:off x="5458950" y="1763849"/>
            <a:ext cx="1773900" cy="1619250"/>
          </a:xfrm>
          <a:prstGeom prst="rect">
            <a:avLst/>
          </a:prstGeo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Picture Placeholder 18">
            <a:extLst>
              <a:ext uri="{4C00BD6B-0DA4-45B9-9EA8-796DEBBD53BA}">
                <a16:creationId xmlns:a16="http://schemas.microsoft.com/office/drawing/2010/main" id="{5643221D-AB32-48FC-8EC6-21FEDA42FB45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7232850" y="1763849"/>
            <a:ext cx="1773900" cy="1619250"/>
          </a:xfrm>
          <a:prstGeom prst="rect">
            <a:avLst/>
          </a:prstGeo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Picture Placeholder 18">
            <a:extLst>
              <a:ext uri="{AF3D9FCC-E76C-4EF8-AF4D-D339E3D6F63E}">
                <a16:creationId xmlns:a16="http://schemas.microsoft.com/office/drawing/2010/main" id="{46062B1D-70F1-4F52-BCD4-A97F49907CD5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137250" y="3383100"/>
            <a:ext cx="1773900" cy="1619250"/>
          </a:xfrm>
          <a:prstGeom prst="rect">
            <a:avLst/>
          </a:prstGeo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Picture Placeholder 18">
            <a:extLst>
              <a:ext uri="{3E0093BB-7066-46EB-B0C5-6139B37672D1}">
                <a16:creationId xmlns:a16="http://schemas.microsoft.com/office/drawing/2010/main" id="{4936758A-0A68-4376-88B7-2D6C2CC504B1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1911149" y="3383100"/>
            <a:ext cx="1773900" cy="1619250"/>
          </a:xfrm>
          <a:prstGeom prst="rect">
            <a:avLst/>
          </a:prstGeo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Picture Placeholder 18">
            <a:extLst>
              <a:ext uri="{FC7E16E5-919D-4268-9028-358DC792F2B4}">
                <a16:creationId xmlns:a16="http://schemas.microsoft.com/office/drawing/2010/main" id="{B58692C2-72D1-4220-864C-94A26E5C28D5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3685050" y="3383100"/>
            <a:ext cx="1773900" cy="1619250"/>
          </a:xfrm>
          <a:prstGeom prst="rect">
            <a:avLst/>
          </a:prstGeo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Picture Placeholder 18">
            <a:extLst>
              <a:ext uri="{8C9E2C3F-3A91-4BDB-A1CC-C43A36C328D8}">
                <a16:creationId xmlns:a16="http://schemas.microsoft.com/office/drawing/2010/main" id="{8F547AF5-5154-4BE4-83DB-232E1F94EB93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5458950" y="3383100"/>
            <a:ext cx="1773900" cy="1619250"/>
          </a:xfrm>
          <a:prstGeom prst="rect">
            <a:avLst/>
          </a:prstGeo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Forma livre: Forma 25">
            <a:extLst>
              <a:ext uri="{B233E68B-3769-4FDB-9865-4B7AE04B0E45}">
                <a16:creationId xmlns:a16="http://schemas.microsoft.com/office/drawing/2010/main" id="{030C6855-D81F-4E9E-95C9-5BC184E9DE1B}"/>
              </a:ext>
            </a:extLst>
          </p:cNvPr>
          <p:cNvSpPr>
            <a:spLocks noGrp="true"/>
          </p:cNvSpPr>
          <p:nvPr>
            <p:ph idx="6" type="pic"/>
          </p:nvPr>
        </p:nvSpPr>
        <p:spPr>
          <a:xfrm rot="0">
            <a:off x="7232850" y="3383100"/>
            <a:ext cx="1773900" cy="1619250"/>
          </a:xfrm>
          <a:custGeom>
            <a:avLst/>
            <a:gdLst/>
            <a:ahLst/>
            <a:cxnLst/>
            <a:rect b="b" l="0" r="r" t="0"/>
            <a:pathLst>
              <a:path h="2159000" w="2365200">
                <a:moveTo>
                  <a:pt x="0" y="0"/>
                </a:moveTo>
                <a:lnTo>
                  <a:pt x="2365200" y="0"/>
                </a:lnTo>
                <a:lnTo>
                  <a:pt x="2365200" y="2159000"/>
                </a:lnTo>
                <a:lnTo>
                  <a:pt x="2277781" y="2159000"/>
                </a:lnTo>
                <a:lnTo>
                  <a:pt x="2277781" y="1966200"/>
                </a:lnTo>
                <a:lnTo>
                  <a:pt x="2020156" y="1966200"/>
                </a:lnTo>
                <a:lnTo>
                  <a:pt x="2020156" y="2159000"/>
                </a:lnTo>
                <a:lnTo>
                  <a:pt x="0" y="2159000"/>
                </a:lnTo>
                <a:close/>
              </a:path>
            </a:pathLst>
          </a:custGeom>
        </p:spPr>
        <p:txBody>
          <a:bodyPr rtlCol="0" wrap="square">
            <a:noAutofit/>
          </a:bodyPr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Picture Placeholder 18">
            <a:extLst>
              <a:ext uri="{C3507141-DBA8-434E-B42B-389C123235FA}">
                <a16:creationId xmlns:a16="http://schemas.microsoft.com/office/drawing/2010/main" id="{AC7EE90F-CEDA-4D1B-AEF6-E94CE523B945}"/>
              </a:ext>
            </a:extLst>
          </p:cNvPr>
          <p:cNvSpPr>
            <a:spLocks noGrp="true"/>
          </p:cNvSpPr>
          <p:nvPr>
            <p:ph idx="7" type="pic"/>
          </p:nvPr>
        </p:nvSpPr>
        <p:spPr>
          <a:xfrm rot="0">
            <a:off x="137250" y="141150"/>
            <a:ext cx="1773900" cy="1619250"/>
          </a:xfrm>
          <a:prstGeom prst="rect">
            <a:avLst/>
          </a:prstGeo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0" name="Picture Placeholder 18">
            <a:extLst>
              <a:ext uri="{77EA40DE-36BA-4D92-AB96-B972F5A0DAF3}">
                <a16:creationId xmlns:a16="http://schemas.microsoft.com/office/drawing/2010/main" id="{0747DFD4-23A5-48D4-BB8D-0D31E832ABE7}"/>
              </a:ext>
            </a:extLst>
          </p:cNvPr>
          <p:cNvSpPr>
            <a:spLocks noGrp="true"/>
          </p:cNvSpPr>
          <p:nvPr>
            <p:ph idx="8" type="pic"/>
          </p:nvPr>
        </p:nvSpPr>
        <p:spPr>
          <a:xfrm rot="0">
            <a:off x="1911149" y="141150"/>
            <a:ext cx="1773900" cy="1619250"/>
          </a:xfrm>
          <a:prstGeom prst="rect">
            <a:avLst/>
          </a:prstGeo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1" name="Picture Placeholder 18">
            <a:extLst>
              <a:ext uri="{B2D780E7-A8BA-41CD-A0AC-2282440E329E}">
                <a16:creationId xmlns:a16="http://schemas.microsoft.com/office/drawing/2010/main" id="{92564FB7-9DEF-4078-9818-5A8BCDFC643E}"/>
              </a:ext>
            </a:extLst>
          </p:cNvPr>
          <p:cNvSpPr>
            <a:spLocks noGrp="true"/>
          </p:cNvSpPr>
          <p:nvPr>
            <p:ph idx="9" type="pic"/>
          </p:nvPr>
        </p:nvSpPr>
        <p:spPr>
          <a:xfrm rot="0">
            <a:off x="3685050" y="141150"/>
            <a:ext cx="1773900" cy="1619250"/>
          </a:xfrm>
          <a:prstGeom prst="rect">
            <a:avLst/>
          </a:prstGeo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2" name="Picture Placeholder 18">
            <a:extLst>
              <a:ext uri="{A4C657CE-7A14-44AA-9EF5-45CB8D6DDDA1}">
                <a16:creationId xmlns:a16="http://schemas.microsoft.com/office/drawing/2010/main" id="{35C5CEC3-96BB-4652-B510-F714FF0B8824}"/>
              </a:ext>
            </a:extLst>
          </p:cNvPr>
          <p:cNvSpPr>
            <a:spLocks noGrp="true"/>
          </p:cNvSpPr>
          <p:nvPr>
            <p:ph idx="10" type="pic"/>
          </p:nvPr>
        </p:nvSpPr>
        <p:spPr>
          <a:xfrm rot="0">
            <a:off x="5458950" y="141150"/>
            <a:ext cx="1773900" cy="1619250"/>
          </a:xfrm>
          <a:prstGeom prst="rect">
            <a:avLst/>
          </a:prstGeo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3" name="Picture Placeholder 18">
            <a:extLst>
              <a:ext uri="{790FF227-7E5A-456C-BEC9-30EF7F82909C}">
                <a16:creationId xmlns:a16="http://schemas.microsoft.com/office/drawing/2010/main" id="{D1A85DCC-A9F2-45F9-80DB-AFAFC570866D}"/>
              </a:ext>
            </a:extLst>
          </p:cNvPr>
          <p:cNvSpPr>
            <a:spLocks noGrp="true"/>
          </p:cNvSpPr>
          <p:nvPr>
            <p:ph idx="11" type="pic"/>
          </p:nvPr>
        </p:nvSpPr>
        <p:spPr>
          <a:xfrm rot="0">
            <a:off x="7232850" y="141150"/>
            <a:ext cx="1773900" cy="1619250"/>
          </a:xfrm>
          <a:prstGeom prst="rect">
            <a:avLst/>
          </a:prstGeo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4" name="Rectangle 15">
            <a:extLst>
              <a:ext uri="{CFD818E9-3578-44A5-BD62-9EDB60512F87}">
                <a16:creationId xmlns:a16="http://schemas.microsoft.com/office/drawing/2010/main" id="{84F071AD-7DA3-4A67-AA4B-5C49D9DD261E}"/>
              </a:ext>
            </a:extLst>
          </p:cNvPr>
          <p:cNvSpPr/>
          <p:nvPr userDrawn="1"/>
        </p:nvSpPr>
        <p:spPr>
          <a:xfrm rot="0">
            <a:off x="137250" y="1760400"/>
            <a:ext cx="5321699" cy="1619250"/>
          </a:xfrm>
          <a:prstGeom prst="rect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hidden="false" id="15" name="Title 1">
            <a:extLst>
              <a:ext uri="{A6C0038E-B37B-465C-BAAF-D70E1CC349BF}">
                <a16:creationId xmlns:a16="http://schemas.microsoft.com/office/drawing/2010/main" id="{284900F1-5C35-444A-BFB3-1E06D6F1AE1B}"/>
              </a:ext>
            </a:extLst>
          </p:cNvPr>
          <p:cNvSpPr>
            <a:spLocks noGrp="true"/>
          </p:cNvSpPr>
          <p:nvPr>
            <p:ph idx="12" type="title"/>
          </p:nvPr>
        </p:nvSpPr>
        <p:spPr>
          <a:xfrm rot="0">
            <a:off x="476250" y="1952625"/>
            <a:ext cx="4762500" cy="1238250"/>
          </a:xfrm>
        </p:spPr>
        <p:txBody>
          <a:bodyPr anchor="ctr" bIns="0" lIns="0" rIns="0" rtlCol="0" tIns="0">
            <a:noAutofit/>
          </a:bodyPr>
          <a:lstStyle>
            <a:lvl1pPr lvl="0">
              <a:lnSpc>
                <a:spcPct val="100000"/>
              </a:lnSpc>
              <a:defRPr dirty="0" lang="en-US" sz="4000">
                <a:solidFill>
                  <a:schemeClr val="bg1"/>
                </a:solidFill>
              </a:defRPr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16" name="Slide Number Placeholder 1">
            <a:extLst>
              <a:ext uri="{1F61A94A-64C5-4B51-8583-64395B57D90F}">
                <a16:creationId xmlns:a16="http://schemas.microsoft.com/office/drawing/2010/main" id="{C86A58D4-12A0-4F73-82F1-CF5EDADF9E60}"/>
              </a:ext>
            </a:extLst>
          </p:cNvPr>
          <p:cNvSpPr>
            <a:spLocks noGrp="true"/>
          </p:cNvSpPr>
          <p:nvPr>
            <p:ph idx="13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7" name="Footer Placeholder 1">
            <a:extLst>
              <a:ext uri="{49EFBC6F-75ED-48F8-B796-CA73FC01CA33}">
                <a16:creationId xmlns:a16="http://schemas.microsoft.com/office/drawing/2010/main" id="{44531292-8513-40A0-8509-5BDC72F80B42}"/>
              </a:ext>
            </a:extLst>
          </p:cNvPr>
          <p:cNvSpPr>
            <a:spLocks noGrp="true"/>
          </p:cNvSpPr>
          <p:nvPr>
            <p:ph idx="14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8" name="Date Placeholder 1">
            <a:extLst>
              <a:ext uri="{B5049693-D60B-485E-AC34-418CEBA07464}">
                <a16:creationId xmlns:a16="http://schemas.microsoft.com/office/drawing/2010/main" id="{31F65B0C-29A9-4311-9F81-CC6C12DDCC0F}"/>
              </a:ext>
            </a:extLst>
          </p:cNvPr>
          <p:cNvSpPr>
            <a:spLocks noGrp="true"/>
          </p:cNvSpPr>
          <p:nvPr>
            <p:ph idx="15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63711523-5004-43F4-98E4-7D28A195BDCF}">
        <p14:creationId xmlns:p14="http://schemas.microsoft.com/office/powerpoint/2010/main" val="1746389016635"/>
      </p:ext>
    </p:extLst>
  </p:cSld>
  <p:clrMapOvr>
    <a:masterClrMapping/>
  </p:clrMapOvr>
</p:sldLayout>
</file>

<file path=ppt/slideLayouts/slideLayout1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CEB1F0C9-D780-4924-9465-0A68FCE8ECB7}">
                <a16:creationId xmlns:a16="http://schemas.microsoft.com/office/drawing/2010/main" id="{5421209F-66B8-48C9-AE96-4C782947AEF2}"/>
              </a:ext>
            </a:extLst>
          </p:cNvPr>
          <p:cNvSpPr/>
          <p:nvPr userDrawn="1"/>
        </p:nvSpPr>
        <p:spPr>
          <a:xfrm rot="0">
            <a:off x="0" y="0"/>
            <a:ext cx="9144000" cy="1088571"/>
          </a:xfrm>
          <a:prstGeom prst="rect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3" name="Text Placeholder 7">
            <a:extLst>
              <a:ext uri="{2FA0C6F9-8C5C-4029-B525-A556BEAD99E2}">
                <a16:creationId xmlns:a16="http://schemas.microsoft.com/office/drawing/2010/main" id="{2F4A8BFB-D81D-4305-B97E-184FB6EC6F46}"/>
              </a:ext>
            </a:extLst>
          </p:cNvPr>
          <p:cNvSpPr>
            <a:spLocks noGrp="true"/>
          </p:cNvSpPr>
          <p:nvPr userDrawn="1">
            <p:ph type="body"/>
          </p:nvPr>
        </p:nvSpPr>
        <p:spPr>
          <a:xfrm rot="0">
            <a:off x="683466" y="3787864"/>
            <a:ext cx="1238336" cy="762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4" name="Oval 9">
            <a:extLst>
              <a:ext uri="{FE4651EA-08CD-4D33-8942-AC89118C1959}">
                <a16:creationId xmlns:a16="http://schemas.microsoft.com/office/drawing/2010/main" id="{2ABC6E12-E52D-4456-87C2-FF513B65A2DE}"/>
              </a:ext>
            </a:extLst>
          </p:cNvPr>
          <p:cNvSpPr/>
          <p:nvPr userDrawn="1"/>
        </p:nvSpPr>
        <p:spPr>
          <a:xfrm rot="0">
            <a:off x="683468" y="2057356"/>
            <a:ext cx="1238336" cy="1238336"/>
          </a:xfrm>
          <a:prstGeom prst="ellipse">
            <a:avLst/>
          </a:prstGeom>
          <a:solidFill>
            <a:schemeClr val="bg1"/>
          </a:solidFill>
          <a:ln>
            <a:solidFill>
              <a:srgbClr val="243e3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5" name="Oval 1">
            <a:extLst>
              <a:ext uri="{3E2BBF67-B034-4B97-B424-D4DDA0F7765B}">
                <a16:creationId xmlns:a16="http://schemas.microsoft.com/office/drawing/2010/main" id="{DD7D1D2E-3237-4E15-8C2E-8DCD43E34104}"/>
              </a:ext>
            </a:extLst>
          </p:cNvPr>
          <p:cNvSpPr/>
          <p:nvPr userDrawn="1"/>
        </p:nvSpPr>
        <p:spPr>
          <a:xfrm rot="0">
            <a:off x="881610" y="2255498"/>
            <a:ext cx="842052" cy="842052"/>
          </a:xfrm>
          <a:prstGeom prst="ellipse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6" name="Oval 21">
            <a:extLst>
              <a:ext uri="{A07CA51A-4CEF-49A0-809B-A6C9A46BECD9}">
                <a16:creationId xmlns:a16="http://schemas.microsoft.com/office/drawing/2010/main" id="{4A07DCE8-C6EC-4718-B837-EA247D57BD35}"/>
              </a:ext>
            </a:extLst>
          </p:cNvPr>
          <p:cNvSpPr/>
          <p:nvPr userDrawn="1"/>
        </p:nvSpPr>
        <p:spPr>
          <a:xfrm rot="0">
            <a:off x="2318151" y="2057356"/>
            <a:ext cx="1238336" cy="1238336"/>
          </a:xfrm>
          <a:prstGeom prst="ellipse">
            <a:avLst/>
          </a:prstGeom>
          <a:solidFill>
            <a:schemeClr val="bg1"/>
          </a:solidFill>
          <a:ln>
            <a:solidFill>
              <a:srgbClr val="7ca98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7" name="Oval 22">
            <a:extLst>
              <a:ext uri="{F43F552F-E0D1-4012-8EB6-EE048228D32B}">
                <a16:creationId xmlns:a16="http://schemas.microsoft.com/office/drawing/2010/main" id="{E1704B8E-C301-42BC-B46A-B6DA77F0AB2C}"/>
              </a:ext>
            </a:extLst>
          </p:cNvPr>
          <p:cNvSpPr/>
          <p:nvPr userDrawn="1"/>
        </p:nvSpPr>
        <p:spPr>
          <a:xfrm rot="0">
            <a:off x="2516292" y="2255498"/>
            <a:ext cx="842052" cy="842052"/>
          </a:xfrm>
          <a:prstGeom prst="ellipse">
            <a:avLst/>
          </a:prstGeom>
          <a:solidFill>
            <a:srgbClr val="7ca9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8" name="Oval 24">
            <a:extLst>
              <a:ext uri="{2FB71272-56CE-40E0-9485-ABF0FFD39F48}">
                <a16:creationId xmlns:a16="http://schemas.microsoft.com/office/drawing/2010/main" id="{3CDEE0E0-2F09-424D-A089-E4C186954922}"/>
              </a:ext>
            </a:extLst>
          </p:cNvPr>
          <p:cNvSpPr/>
          <p:nvPr userDrawn="1"/>
        </p:nvSpPr>
        <p:spPr>
          <a:xfrm rot="0">
            <a:off x="3952833" y="2057356"/>
            <a:ext cx="1238336" cy="1238336"/>
          </a:xfrm>
          <a:prstGeom prst="ellipse">
            <a:avLst/>
          </a:prstGeom>
          <a:solidFill>
            <a:schemeClr val="bg1"/>
          </a:solidFill>
          <a:ln>
            <a:solidFill>
              <a:srgbClr val="243e3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9" name="Oval 25">
            <a:extLst>
              <a:ext uri="{B8E84EBB-6441-462B-8A87-A805E7629089}">
                <a16:creationId xmlns:a16="http://schemas.microsoft.com/office/drawing/2010/main" id="{B2CE1B05-AEED-4037-BBFB-7162A959B019}"/>
              </a:ext>
            </a:extLst>
          </p:cNvPr>
          <p:cNvSpPr/>
          <p:nvPr userDrawn="1"/>
        </p:nvSpPr>
        <p:spPr>
          <a:xfrm rot="0">
            <a:off x="4150975" y="2255498"/>
            <a:ext cx="842052" cy="842052"/>
          </a:xfrm>
          <a:prstGeom prst="ellipse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0" name="Oval 27">
            <a:extLst>
              <a:ext uri="{82D2CBF8-C139-4C49-B6B1-346ED65D9815}">
                <a16:creationId xmlns:a16="http://schemas.microsoft.com/office/drawing/2010/main" id="{528EF600-AAF2-4267-970C-58DAB36A9CF8}"/>
              </a:ext>
            </a:extLst>
          </p:cNvPr>
          <p:cNvSpPr/>
          <p:nvPr userDrawn="1"/>
        </p:nvSpPr>
        <p:spPr>
          <a:xfrm rot="0">
            <a:off x="5587514" y="2057356"/>
            <a:ext cx="1238336" cy="1238336"/>
          </a:xfrm>
          <a:prstGeom prst="ellipse">
            <a:avLst/>
          </a:prstGeom>
          <a:solidFill>
            <a:schemeClr val="bg1"/>
          </a:solidFill>
          <a:ln>
            <a:solidFill>
              <a:srgbClr val="7ca98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1" name="Oval 28">
            <a:extLst>
              <a:ext uri="{80DDB4F7-A4A5-4162-ACD0-99B50088E3F2}">
                <a16:creationId xmlns:a16="http://schemas.microsoft.com/office/drawing/2010/main" id="{FF2FD419-8BE0-4087-8812-981AF3DF90EB}"/>
              </a:ext>
            </a:extLst>
          </p:cNvPr>
          <p:cNvSpPr/>
          <p:nvPr userDrawn="1"/>
        </p:nvSpPr>
        <p:spPr>
          <a:xfrm rot="0">
            <a:off x="5785656" y="2255498"/>
            <a:ext cx="842052" cy="842052"/>
          </a:xfrm>
          <a:prstGeom prst="ellipse">
            <a:avLst/>
          </a:prstGeom>
          <a:solidFill>
            <a:srgbClr val="7ca9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2" name="Oval 30">
            <a:extLst>
              <a:ext uri="{53F8241F-39F2-44C8-9157-E9CA9CDD6E8E}">
                <a16:creationId xmlns:a16="http://schemas.microsoft.com/office/drawing/2010/main" id="{87DC002B-5387-4DFC-AEFF-732D4EF4B65E}"/>
              </a:ext>
            </a:extLst>
          </p:cNvPr>
          <p:cNvSpPr/>
          <p:nvPr userDrawn="1"/>
        </p:nvSpPr>
        <p:spPr>
          <a:xfrm rot="0">
            <a:off x="7222195" y="2057356"/>
            <a:ext cx="1238336" cy="1238336"/>
          </a:xfrm>
          <a:prstGeom prst="ellipse">
            <a:avLst/>
          </a:prstGeom>
          <a:solidFill>
            <a:schemeClr val="bg1"/>
          </a:solidFill>
          <a:ln>
            <a:solidFill>
              <a:srgbClr val="243e3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3" name="Oval 31">
            <a:extLst>
              <a:ext uri="{10FEF063-1F1A-4A52-AA68-27A8B469B346}">
                <a16:creationId xmlns:a16="http://schemas.microsoft.com/office/drawing/2010/main" id="{27297A1A-788F-4967-9A34-C9E96979DAB5}"/>
              </a:ext>
            </a:extLst>
          </p:cNvPr>
          <p:cNvSpPr/>
          <p:nvPr userDrawn="1"/>
        </p:nvSpPr>
        <p:spPr>
          <a:xfrm rot="0">
            <a:off x="7420337" y="2255498"/>
            <a:ext cx="842052" cy="842052"/>
          </a:xfrm>
          <a:prstGeom prst="ellipse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4" name="Text Placeholder 7">
            <a:extLst>
              <a:ext uri="{76057383-B804-446B-B7AB-112500761311}">
                <a16:creationId xmlns:a16="http://schemas.microsoft.com/office/drawing/2010/main" id="{2EF8B828-2EFE-434D-918D-E1946F83DE20}"/>
              </a:ext>
            </a:extLst>
          </p:cNvPr>
          <p:cNvSpPr>
            <a:spLocks noGrp="true"/>
          </p:cNvSpPr>
          <p:nvPr userDrawn="1">
            <p:ph idx="1" type="body"/>
          </p:nvPr>
        </p:nvSpPr>
        <p:spPr>
          <a:xfrm rot="0">
            <a:off x="2318146" y="3787864"/>
            <a:ext cx="1238336" cy="762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15" name="Text Placeholder 7">
            <a:extLst>
              <a:ext uri="{B97CD717-2AF0-4C66-A4E2-1B401D81AD0E}">
                <a16:creationId xmlns:a16="http://schemas.microsoft.com/office/drawing/2010/main" id="{5E15C342-B598-433B-901A-9C02A058D0B5}"/>
              </a:ext>
            </a:extLst>
          </p:cNvPr>
          <p:cNvSpPr>
            <a:spLocks noGrp="true"/>
          </p:cNvSpPr>
          <p:nvPr userDrawn="1">
            <p:ph idx="2" type="body"/>
          </p:nvPr>
        </p:nvSpPr>
        <p:spPr>
          <a:xfrm rot="0">
            <a:off x="3952837" y="3787864"/>
            <a:ext cx="1238336" cy="762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16" name="Text Placeholder 7">
            <a:extLst>
              <a:ext uri="{72287E39-1DA9-47A4-83A6-E9DBFDEB4D7D}">
                <a16:creationId xmlns:a16="http://schemas.microsoft.com/office/drawing/2010/main" id="{A3282767-B1A5-4A9D-9485-88A239AE3DB6}"/>
              </a:ext>
            </a:extLst>
          </p:cNvPr>
          <p:cNvSpPr>
            <a:spLocks noGrp="true"/>
          </p:cNvSpPr>
          <p:nvPr userDrawn="1">
            <p:ph idx="3" type="body"/>
          </p:nvPr>
        </p:nvSpPr>
        <p:spPr>
          <a:xfrm rot="0">
            <a:off x="5587517" y="3787864"/>
            <a:ext cx="1238336" cy="762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17" name="Text Placeholder 7">
            <a:extLst>
              <a:ext uri="{4CDAACAD-6221-46F8-95FF-483C3961BFA6}">
                <a16:creationId xmlns:a16="http://schemas.microsoft.com/office/drawing/2010/main" id="{71F67987-D067-4148-AFF5-0BB8AE590AB0}"/>
              </a:ext>
            </a:extLst>
          </p:cNvPr>
          <p:cNvSpPr>
            <a:spLocks noGrp="true"/>
          </p:cNvSpPr>
          <p:nvPr userDrawn="1">
            <p:ph idx="4" type="body"/>
          </p:nvPr>
        </p:nvSpPr>
        <p:spPr>
          <a:xfrm rot="0">
            <a:off x="7222198" y="3787864"/>
            <a:ext cx="1238336" cy="762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cxnSp>
        <p:nvCxnSpPr>
          <p:cNvPr id="18" name="Straight Connector 36">
            <a:extLst>
              <a:ext uri="{4BDF3FEA-B9AD-4EBC-A384-5FB3E4535ED7}">
                <a16:creationId xmlns:a16="http://schemas.microsoft.com/office/drawing/2010/main" id="{DD3418FA-CCC2-48A3-A25F-356441A2F8EF}"/>
              </a:ext>
            </a:extLst>
          </p:cNvPr>
          <p:cNvCxnSpPr/>
          <p:nvPr/>
        </p:nvCxnSpPr>
        <p:spPr>
          <a:xfrm rot="0">
            <a:off x="1224055" y="3541778"/>
            <a:ext cx="157162" cy="0"/>
          </a:xfrm>
          <a:prstGeom prst="line">
            <a:avLst/>
          </a:prstGeom>
          <a:ln w="5080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7">
            <a:extLst>
              <a:ext uri="{4EF02602-61F2-4519-8AA2-891D9154E7CE}">
                <a16:creationId xmlns:a16="http://schemas.microsoft.com/office/drawing/2010/main" id="{D5988581-2F12-4395-81B5-EF527F040F37}"/>
              </a:ext>
            </a:extLst>
          </p:cNvPr>
          <p:cNvCxnSpPr/>
          <p:nvPr/>
        </p:nvCxnSpPr>
        <p:spPr>
          <a:xfrm rot="0">
            <a:off x="2858737" y="3541778"/>
            <a:ext cx="157162" cy="0"/>
          </a:xfrm>
          <a:prstGeom prst="line">
            <a:avLst/>
          </a:prstGeom>
          <a:ln w="5080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8">
            <a:extLst>
              <a:ext uri="{3CBF3133-88AF-4F01-9DB6-20DB9ABD9578}">
                <a16:creationId xmlns:a16="http://schemas.microsoft.com/office/drawing/2010/main" id="{02609200-09DB-44C1-9064-494B1A1E8795}"/>
              </a:ext>
            </a:extLst>
          </p:cNvPr>
          <p:cNvCxnSpPr/>
          <p:nvPr/>
        </p:nvCxnSpPr>
        <p:spPr>
          <a:xfrm rot="0">
            <a:off x="4493419" y="3541778"/>
            <a:ext cx="157162" cy="0"/>
          </a:xfrm>
          <a:prstGeom prst="line">
            <a:avLst/>
          </a:prstGeom>
          <a:ln w="5080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9">
            <a:extLst>
              <a:ext uri="{08B7662F-3713-4FB5-AEF4-78D5616F1A3A}">
                <a16:creationId xmlns:a16="http://schemas.microsoft.com/office/drawing/2010/main" id="{3C045833-122E-49DC-A417-5E6C2F0FD548}"/>
              </a:ext>
            </a:extLst>
          </p:cNvPr>
          <p:cNvCxnSpPr/>
          <p:nvPr/>
        </p:nvCxnSpPr>
        <p:spPr>
          <a:xfrm rot="0">
            <a:off x="6128101" y="3541778"/>
            <a:ext cx="157162" cy="0"/>
          </a:xfrm>
          <a:prstGeom prst="line">
            <a:avLst/>
          </a:prstGeom>
          <a:ln w="5080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0">
            <a:extLst>
              <a:ext uri="{72807B36-BBE0-4434-B0F7-7A764D68D9F8}">
                <a16:creationId xmlns:a16="http://schemas.microsoft.com/office/drawing/2010/main" id="{B56195E0-48EF-486A-A178-0CADE494964C}"/>
              </a:ext>
            </a:extLst>
          </p:cNvPr>
          <p:cNvCxnSpPr/>
          <p:nvPr/>
        </p:nvCxnSpPr>
        <p:spPr>
          <a:xfrm rot="0">
            <a:off x="7762782" y="3541778"/>
            <a:ext cx="157162" cy="0"/>
          </a:xfrm>
          <a:prstGeom prst="line">
            <a:avLst/>
          </a:prstGeom>
          <a:ln w="5080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46">
            <a:extLst>
              <a:ext uri="{7B594614-A4D0-4BC7-B426-057DE918B35F}">
                <a16:creationId xmlns:a16="http://schemas.microsoft.com/office/drawing/2010/main" id="{39CBBDB3-4F98-4BA9-827A-BA417E885D1F}"/>
              </a:ext>
            </a:extLst>
          </p:cNvPr>
          <p:cNvCxnSpPr/>
          <p:nvPr/>
        </p:nvCxnSpPr>
        <p:spPr>
          <a:xfrm rot="0">
            <a:off x="5389342" y="2105025"/>
            <a:ext cx="0" cy="22383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7">
            <a:extLst>
              <a:ext uri="{BC95CC6E-AEBC-4BF2-9307-A38A6924B36F}">
                <a16:creationId xmlns:a16="http://schemas.microsoft.com/office/drawing/2010/main" id="{B558284A-2D33-4030-B94E-3662138EB576}"/>
              </a:ext>
            </a:extLst>
          </p:cNvPr>
          <p:cNvCxnSpPr/>
          <p:nvPr/>
        </p:nvCxnSpPr>
        <p:spPr>
          <a:xfrm rot="0">
            <a:off x="2119978" y="2105025"/>
            <a:ext cx="0" cy="22383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8">
            <a:extLst>
              <a:ext uri="{15CE8D9F-B575-4D45-B42A-65604A11F47E}">
                <a16:creationId xmlns:a16="http://schemas.microsoft.com/office/drawing/2010/main" id="{4C477B5B-6391-4349-B6D5-56F8080D774B}"/>
              </a:ext>
            </a:extLst>
          </p:cNvPr>
          <p:cNvCxnSpPr/>
          <p:nvPr/>
        </p:nvCxnSpPr>
        <p:spPr>
          <a:xfrm rot="0">
            <a:off x="3754660" y="2105025"/>
            <a:ext cx="0" cy="22383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49">
            <a:extLst>
              <a:ext uri="{F4EDB0D5-E2D3-4238-A944-EB10AFDBE86D}">
                <a16:creationId xmlns:a16="http://schemas.microsoft.com/office/drawing/2010/main" id="{8D010693-76C0-4A05-965A-D39B5E94502F}"/>
              </a:ext>
            </a:extLst>
          </p:cNvPr>
          <p:cNvCxnSpPr/>
          <p:nvPr/>
        </p:nvCxnSpPr>
        <p:spPr>
          <a:xfrm rot="0">
            <a:off x="7024025" y="2105025"/>
            <a:ext cx="0" cy="22383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upo 403">
            <a:extLst>
              <a:ext uri="{CBC095CC-6E54-4EFF-B96B-C5EB822C585E}">
                <a16:creationId xmlns:a16="http://schemas.microsoft.com/office/drawing/2010/main" id="{E09EC8C0-7521-4F6A-B697-5EF756BE65BF}"/>
              </a:ext>
            </a:extLst>
          </p:cNvPr>
          <p:cNvGrpSpPr/>
          <p:nvPr/>
        </p:nvGrpSpPr>
        <p:grpSpPr>
          <a:xfrm rot="0">
            <a:off x="1142595" y="2526555"/>
            <a:ext cx="320082" cy="285629"/>
            <a:chOff x="6475358" y="2653243"/>
            <a:chExt cx="426777" cy="380840"/>
          </a:xfrm>
          <a:solidFill>
            <a:schemeClr val="bg1"/>
          </a:solidFill>
        </p:grpSpPr>
        <p:sp>
          <p:nvSpPr>
            <p:cNvPr id="28" name="Freeform 8221">
              <a:extLst>
                <a:ext uri="{268AFB60-5884-4349-A7D4-D54C7D348B4B}">
                  <a16:creationId xmlns:a16="http://schemas.microsoft.com/office/drawing/2010/main" id="{47F73A2A-704C-4530-BB9A-CE680711B0D5}"/>
                </a:ext>
              </a:extLst>
            </p:cNvPr>
            <p:cNvSpPr/>
            <p:nvPr/>
          </p:nvSpPr>
          <p:spPr>
            <a:xfrm rot="0">
              <a:off x="6475358" y="2684362"/>
              <a:ext cx="426777" cy="349720"/>
            </a:xfrm>
            <a:custGeom>
              <a:avLst/>
              <a:gdLst/>
              <a:ahLst/>
              <a:cxnLst/>
              <a:rect b="b" l="0" r="r" t="0"/>
              <a:pathLst>
                <a:path h="349720" w="426777">
                  <a:moveTo>
                    <a:pt x="37047" y="38528"/>
                  </a:moveTo>
                  <a:lnTo>
                    <a:pt x="37047" y="312673"/>
                  </a:lnTo>
                  <a:lnTo>
                    <a:pt x="388249" y="312673"/>
                  </a:lnTo>
                  <a:lnTo>
                    <a:pt x="388249" y="38528"/>
                  </a:lnTo>
                  <a:lnTo>
                    <a:pt x="37047" y="38528"/>
                  </a:lnTo>
                  <a:close/>
                  <a:moveTo>
                    <a:pt x="17782" y="0"/>
                  </a:moveTo>
                  <a:lnTo>
                    <a:pt x="408995" y="0"/>
                  </a:lnTo>
                  <a:lnTo>
                    <a:pt x="414922" y="2964"/>
                  </a:lnTo>
                  <a:lnTo>
                    <a:pt x="422331" y="7409"/>
                  </a:lnTo>
                  <a:lnTo>
                    <a:pt x="423813" y="11855"/>
                  </a:lnTo>
                  <a:lnTo>
                    <a:pt x="426777" y="20746"/>
                  </a:lnTo>
                  <a:lnTo>
                    <a:pt x="426777" y="330456"/>
                  </a:lnTo>
                  <a:lnTo>
                    <a:pt x="423813" y="339347"/>
                  </a:lnTo>
                  <a:lnTo>
                    <a:pt x="422331" y="343793"/>
                  </a:lnTo>
                  <a:lnTo>
                    <a:pt x="414922" y="348238"/>
                  </a:lnTo>
                  <a:lnTo>
                    <a:pt x="408995" y="349720"/>
                  </a:lnTo>
                  <a:lnTo>
                    <a:pt x="17782" y="349720"/>
                  </a:lnTo>
                  <a:lnTo>
                    <a:pt x="10373" y="348238"/>
                  </a:lnTo>
                  <a:lnTo>
                    <a:pt x="4446" y="343793"/>
                  </a:lnTo>
                  <a:lnTo>
                    <a:pt x="0" y="339347"/>
                  </a:lnTo>
                  <a:lnTo>
                    <a:pt x="0" y="330456"/>
                  </a:lnTo>
                  <a:lnTo>
                    <a:pt x="0" y="20746"/>
                  </a:lnTo>
                  <a:lnTo>
                    <a:pt x="0" y="11855"/>
                  </a:lnTo>
                  <a:lnTo>
                    <a:pt x="4446" y="7409"/>
                  </a:lnTo>
                  <a:lnTo>
                    <a:pt x="10373" y="2964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9" name="Freeform 8222">
              <a:extLst>
                <a:ext uri="{1D947AC0-D997-4647-AD3B-CD2C3C48C710}">
                  <a16:creationId xmlns:a16="http://schemas.microsoft.com/office/drawing/2010/main" id="{2BDF4A97-BB74-4E3B-BF74-7EF3513D4786}"/>
                </a:ext>
              </a:extLst>
            </p:cNvPr>
            <p:cNvSpPr/>
            <p:nvPr/>
          </p:nvSpPr>
          <p:spPr>
            <a:xfrm rot="0">
              <a:off x="6790996" y="2653243"/>
              <a:ext cx="37046" cy="100767"/>
            </a:xfrm>
            <a:custGeom>
              <a:avLst/>
              <a:gdLst/>
              <a:ahLst/>
              <a:cxnLst/>
              <a:rect b="b" l="0" r="r" t="0"/>
              <a:pathLst>
                <a:path h="100767" w="37047">
                  <a:moveTo>
                    <a:pt x="19264" y="0"/>
                  </a:moveTo>
                  <a:lnTo>
                    <a:pt x="26674" y="2964"/>
                  </a:lnTo>
                  <a:lnTo>
                    <a:pt x="32601" y="4446"/>
                  </a:lnTo>
                  <a:lnTo>
                    <a:pt x="37047" y="11855"/>
                  </a:lnTo>
                  <a:lnTo>
                    <a:pt x="37047" y="17782"/>
                  </a:lnTo>
                  <a:lnTo>
                    <a:pt x="37047" y="82985"/>
                  </a:lnTo>
                  <a:lnTo>
                    <a:pt x="37047" y="90394"/>
                  </a:lnTo>
                  <a:lnTo>
                    <a:pt x="32601" y="96321"/>
                  </a:lnTo>
                  <a:lnTo>
                    <a:pt x="26674" y="100767"/>
                  </a:lnTo>
                  <a:lnTo>
                    <a:pt x="19264" y="100767"/>
                  </a:lnTo>
                  <a:lnTo>
                    <a:pt x="13337" y="100767"/>
                  </a:lnTo>
                  <a:lnTo>
                    <a:pt x="5928" y="96321"/>
                  </a:lnTo>
                  <a:lnTo>
                    <a:pt x="1482" y="90394"/>
                  </a:lnTo>
                  <a:lnTo>
                    <a:pt x="0" y="82985"/>
                  </a:lnTo>
                  <a:lnTo>
                    <a:pt x="0" y="17782"/>
                  </a:lnTo>
                  <a:lnTo>
                    <a:pt x="1482" y="11855"/>
                  </a:lnTo>
                  <a:lnTo>
                    <a:pt x="5928" y="4446"/>
                  </a:lnTo>
                  <a:lnTo>
                    <a:pt x="13337" y="2964"/>
                  </a:lnTo>
                  <a:lnTo>
                    <a:pt x="19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0" name="Freeform 8223">
              <a:extLst>
                <a:ext uri="{7EE0491F-DE27-4A5D-B60F-7D7EC4F3B3FA}">
                  <a16:creationId xmlns:a16="http://schemas.microsoft.com/office/drawing/2010/main" id="{8CE90D23-6B1A-45E1-8877-AA6E38558127}"/>
                </a:ext>
              </a:extLst>
            </p:cNvPr>
            <p:cNvSpPr/>
            <p:nvPr/>
          </p:nvSpPr>
          <p:spPr>
            <a:xfrm rot="0">
              <a:off x="6547970" y="2653243"/>
              <a:ext cx="38528" cy="100767"/>
            </a:xfrm>
            <a:custGeom>
              <a:avLst/>
              <a:gdLst/>
              <a:ahLst/>
              <a:cxnLst/>
              <a:rect b="b" l="0" r="r" t="0"/>
              <a:pathLst>
                <a:path h="100767" w="38529">
                  <a:moveTo>
                    <a:pt x="20746" y="0"/>
                  </a:moveTo>
                  <a:lnTo>
                    <a:pt x="26674" y="2964"/>
                  </a:lnTo>
                  <a:lnTo>
                    <a:pt x="34083" y="4446"/>
                  </a:lnTo>
                  <a:lnTo>
                    <a:pt x="38529" y="11855"/>
                  </a:lnTo>
                  <a:lnTo>
                    <a:pt x="38529" y="17782"/>
                  </a:lnTo>
                  <a:lnTo>
                    <a:pt x="38529" y="82985"/>
                  </a:lnTo>
                  <a:lnTo>
                    <a:pt x="38529" y="90394"/>
                  </a:lnTo>
                  <a:lnTo>
                    <a:pt x="34083" y="96321"/>
                  </a:lnTo>
                  <a:lnTo>
                    <a:pt x="26674" y="100767"/>
                  </a:lnTo>
                  <a:lnTo>
                    <a:pt x="20746" y="100767"/>
                  </a:lnTo>
                  <a:lnTo>
                    <a:pt x="13337" y="100767"/>
                  </a:lnTo>
                  <a:lnTo>
                    <a:pt x="7409" y="96321"/>
                  </a:lnTo>
                  <a:lnTo>
                    <a:pt x="2964" y="90394"/>
                  </a:lnTo>
                  <a:lnTo>
                    <a:pt x="0" y="82985"/>
                  </a:lnTo>
                  <a:lnTo>
                    <a:pt x="0" y="17782"/>
                  </a:lnTo>
                  <a:lnTo>
                    <a:pt x="2964" y="11855"/>
                  </a:lnTo>
                  <a:lnTo>
                    <a:pt x="7409" y="4446"/>
                  </a:lnTo>
                  <a:lnTo>
                    <a:pt x="13337" y="2964"/>
                  </a:lnTo>
                  <a:lnTo>
                    <a:pt x="207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1" name="Freeform 8224">
              <a:extLst>
                <a:ext uri="{495B82FC-92A6-4A57-BB99-CA3573209A3C}">
                  <a16:creationId xmlns:a16="http://schemas.microsoft.com/office/drawing/2010/main" id="{121227BC-F8FE-457C-8DD5-8AD4A42C543B}"/>
                </a:ext>
              </a:extLst>
            </p:cNvPr>
            <p:cNvSpPr/>
            <p:nvPr/>
          </p:nvSpPr>
          <p:spPr>
            <a:xfrm rot="0">
              <a:off x="6485730" y="2798465"/>
              <a:ext cx="404550" cy="17782"/>
            </a:xfrm>
            <a:custGeom>
              <a:avLst/>
              <a:gdLst/>
              <a:ahLst/>
              <a:cxnLst/>
              <a:rect b="b" l="0" r="r" t="0"/>
              <a:pathLst>
                <a:path h="17782" w="404550">
                  <a:moveTo>
                    <a:pt x="8891" y="0"/>
                  </a:moveTo>
                  <a:lnTo>
                    <a:pt x="395659" y="0"/>
                  </a:lnTo>
                  <a:lnTo>
                    <a:pt x="400104" y="0"/>
                  </a:lnTo>
                  <a:lnTo>
                    <a:pt x="404550" y="4446"/>
                  </a:lnTo>
                  <a:lnTo>
                    <a:pt x="404550" y="8891"/>
                  </a:lnTo>
                  <a:lnTo>
                    <a:pt x="404550" y="13337"/>
                  </a:lnTo>
                  <a:lnTo>
                    <a:pt x="400104" y="17782"/>
                  </a:lnTo>
                  <a:lnTo>
                    <a:pt x="395659" y="17782"/>
                  </a:lnTo>
                  <a:lnTo>
                    <a:pt x="8891" y="17782"/>
                  </a:lnTo>
                  <a:lnTo>
                    <a:pt x="4446" y="17782"/>
                  </a:lnTo>
                  <a:lnTo>
                    <a:pt x="2964" y="13337"/>
                  </a:lnTo>
                  <a:lnTo>
                    <a:pt x="0" y="8891"/>
                  </a:lnTo>
                  <a:lnTo>
                    <a:pt x="2964" y="4446"/>
                  </a:lnTo>
                  <a:lnTo>
                    <a:pt x="4446" y="0"/>
                  </a:lnTo>
                  <a:lnTo>
                    <a:pt x="88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2" name="Rectangle 8225">
              <a:extLst>
                <a:ext uri="{68521ACC-BC0B-4AE8-9D7C-89753E18BA0F}">
                  <a16:creationId xmlns:a16="http://schemas.microsoft.com/office/drawing/2010/main" id="{BD3FD989-045B-4DBE-9867-7A12F0B55CD5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546487" y="2854777"/>
              <a:ext cx="35564" cy="3704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3" name="Rectangle 8226">
              <a:extLst>
                <a:ext uri="{F952E62E-B2EE-4041-8BBD-81AA3D001F36}">
                  <a16:creationId xmlns:a16="http://schemas.microsoft.com/office/drawing/2010/main" id="{E62F7A41-FE83-4AED-A2BA-3221AF244A4C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608726" y="2854777"/>
              <a:ext cx="37046" cy="3704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4" name="Rectangle 8227">
              <a:extLst>
                <a:ext uri="{BCB9393B-D782-4356-91E5-6337428E5B4D}">
                  <a16:creationId xmlns:a16="http://schemas.microsoft.com/office/drawing/2010/main" id="{59BBE507-0B98-4001-B2A0-6F4DDC34D138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672446" y="2854777"/>
              <a:ext cx="38528" cy="3704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5" name="Rectangle 8228">
              <a:extLst>
                <a:ext uri="{0A15B433-A7C9-4635-9D1F-AD0EF52006D0}">
                  <a16:creationId xmlns:a16="http://schemas.microsoft.com/office/drawing/2010/main" id="{A2C47D72-F106-4B75-BE4B-9F23F65E99C0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737648" y="2854777"/>
              <a:ext cx="35564" cy="3704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6" name="Rectangle 8229">
              <a:extLst>
                <a:ext uri="{F1CAB0F3-3E40-4851-B03C-AD10ECB873AE}">
                  <a16:creationId xmlns:a16="http://schemas.microsoft.com/office/drawing/2010/main" id="{BFF79ACF-26BE-4B29-B389-D193C09E58CE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799886" y="2854777"/>
              <a:ext cx="37046" cy="3704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7" name="Rectangle 8230">
              <a:extLst>
                <a:ext uri="{7CB86623-553C-4D43-8531-92A5E9940E53}">
                  <a16:creationId xmlns:a16="http://schemas.microsoft.com/office/drawing/2010/main" id="{AA0758EE-A3CE-4C1D-9D9D-A670774C2C1C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546487" y="2914052"/>
              <a:ext cx="35564" cy="3852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8" name="Rectangle 8231">
              <a:extLst>
                <a:ext uri="{C58E0FCE-270C-455F-BB85-F0C2FE39B5C8}">
                  <a16:creationId xmlns:a16="http://schemas.microsoft.com/office/drawing/2010/main" id="{162BA4EB-38DD-448A-87EC-4DF53FBCEFB4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608726" y="2914052"/>
              <a:ext cx="37046" cy="3852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39" name="Rectangle 8232">
              <a:extLst>
                <a:ext uri="{60DDC00B-D539-4293-8119-B727A1C11CEA}">
                  <a16:creationId xmlns:a16="http://schemas.microsoft.com/office/drawing/2010/main" id="{8D1CE9AD-7D3E-4388-9617-1D1C44BB73FC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672446" y="2914052"/>
              <a:ext cx="38528" cy="3852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0" name="Rectangle 8233">
              <a:extLst>
                <a:ext uri="{D25E4FBB-0BD3-4447-9114-CB31B7FDBA72}">
                  <a16:creationId xmlns:a16="http://schemas.microsoft.com/office/drawing/2010/main" id="{5E20300B-DF6C-4272-8FE9-0397064DDCF7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737648" y="2914052"/>
              <a:ext cx="35564" cy="3852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1" name="Rectangle 8234">
              <a:extLst>
                <a:ext uri="{B6DD9DD9-DD02-43B3-AD6E-B55688BEAC8E}">
                  <a16:creationId xmlns:a16="http://schemas.microsoft.com/office/drawing/2010/main" id="{7A5CD757-47EC-426D-9C9D-812C7F0D8B45}"/>
                </a:ext>
              </a:extLst>
            </p:cNvPr>
            <p:cNvSpPr>
              <a:spLocks noChangeArrowheads="true"/>
            </p:cNvSpPr>
            <p:nvPr/>
          </p:nvSpPr>
          <p:spPr>
            <a:xfrm rot="0">
              <a:off x="6799886" y="2914052"/>
              <a:ext cx="37046" cy="3852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grpSp>
        <p:nvGrpSpPr>
          <p:cNvPr id="42" name="Grupo 338">
            <a:extLst>
              <a:ext uri="{B7B45D2A-3619-495D-9E6C-6C5618EF2598}">
                <a16:creationId xmlns:a16="http://schemas.microsoft.com/office/drawing/2010/main" id="{819A425F-ABEC-47CB-A167-08E873B4B757}"/>
              </a:ext>
            </a:extLst>
          </p:cNvPr>
          <p:cNvGrpSpPr/>
          <p:nvPr/>
        </p:nvGrpSpPr>
        <p:grpSpPr>
          <a:xfrm rot="0">
            <a:off x="2804593" y="2534349"/>
            <a:ext cx="265450" cy="270042"/>
            <a:chOff x="8754315" y="262254"/>
            <a:chExt cx="428259" cy="435669"/>
          </a:xfrm>
          <a:solidFill>
            <a:schemeClr val="bg1"/>
          </a:solidFill>
        </p:grpSpPr>
        <p:sp>
          <p:nvSpPr>
            <p:cNvPr id="43" name="Freeform 6516">
              <a:extLst>
                <a:ext uri="{DA987259-BEAE-4E77-B4D0-B42AF761EEF9}">
                  <a16:creationId xmlns:a16="http://schemas.microsoft.com/office/drawing/2010/main" id="{71A2E9E0-30AC-45C6-9D13-F8C486F5E499}"/>
                </a:ext>
              </a:extLst>
            </p:cNvPr>
            <p:cNvSpPr/>
            <p:nvPr/>
          </p:nvSpPr>
          <p:spPr>
            <a:xfrm rot="0">
              <a:off x="8754315" y="262254"/>
              <a:ext cx="428259" cy="37046"/>
            </a:xfrm>
            <a:custGeom>
              <a:avLst/>
              <a:gdLst/>
              <a:ahLst/>
              <a:cxnLst/>
              <a:rect b="b" l="0" r="r" t="0"/>
              <a:pathLst>
                <a:path h="37047" w="428260">
                  <a:moveTo>
                    <a:pt x="17782" y="0"/>
                  </a:moveTo>
                  <a:lnTo>
                    <a:pt x="410478" y="0"/>
                  </a:lnTo>
                  <a:lnTo>
                    <a:pt x="417887" y="1482"/>
                  </a:lnTo>
                  <a:lnTo>
                    <a:pt x="423814" y="4446"/>
                  </a:lnTo>
                  <a:lnTo>
                    <a:pt x="426778" y="10373"/>
                  </a:lnTo>
                  <a:lnTo>
                    <a:pt x="428260" y="17783"/>
                  </a:lnTo>
                  <a:lnTo>
                    <a:pt x="426778" y="26674"/>
                  </a:lnTo>
                  <a:lnTo>
                    <a:pt x="423814" y="32601"/>
                  </a:lnTo>
                  <a:lnTo>
                    <a:pt x="417887" y="35565"/>
                  </a:lnTo>
                  <a:lnTo>
                    <a:pt x="410478" y="37047"/>
                  </a:lnTo>
                  <a:lnTo>
                    <a:pt x="17782" y="37047"/>
                  </a:lnTo>
                  <a:lnTo>
                    <a:pt x="10373" y="35565"/>
                  </a:lnTo>
                  <a:lnTo>
                    <a:pt x="4446" y="32601"/>
                  </a:lnTo>
                  <a:lnTo>
                    <a:pt x="0" y="26674"/>
                  </a:lnTo>
                  <a:lnTo>
                    <a:pt x="0" y="17783"/>
                  </a:lnTo>
                  <a:lnTo>
                    <a:pt x="0" y="10373"/>
                  </a:lnTo>
                  <a:lnTo>
                    <a:pt x="4446" y="4446"/>
                  </a:lnTo>
                  <a:lnTo>
                    <a:pt x="10373" y="1482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4" name="Freeform 6517">
              <a:extLst>
                <a:ext uri="{14B807D2-942E-4B47-B8F5-EC53EEDA578A}">
                  <a16:creationId xmlns:a16="http://schemas.microsoft.com/office/drawing/2010/main" id="{ED0554E2-6E28-40F3-9D96-CB3AD9F1A7DB}"/>
                </a:ext>
              </a:extLst>
            </p:cNvPr>
            <p:cNvSpPr/>
            <p:nvPr/>
          </p:nvSpPr>
          <p:spPr>
            <a:xfrm rot="0">
              <a:off x="8754315" y="361539"/>
              <a:ext cx="342311" cy="38528"/>
            </a:xfrm>
            <a:custGeom>
              <a:avLst/>
              <a:gdLst/>
              <a:ahLst/>
              <a:cxnLst/>
              <a:rect b="b" l="0" r="r" t="0"/>
              <a:pathLst>
                <a:path h="38529" w="342311">
                  <a:moveTo>
                    <a:pt x="17782" y="0"/>
                  </a:moveTo>
                  <a:lnTo>
                    <a:pt x="321565" y="0"/>
                  </a:lnTo>
                  <a:lnTo>
                    <a:pt x="330456" y="0"/>
                  </a:lnTo>
                  <a:lnTo>
                    <a:pt x="334902" y="4446"/>
                  </a:lnTo>
                  <a:lnTo>
                    <a:pt x="339347" y="11855"/>
                  </a:lnTo>
                  <a:lnTo>
                    <a:pt x="342311" y="17783"/>
                  </a:lnTo>
                  <a:lnTo>
                    <a:pt x="339347" y="26674"/>
                  </a:lnTo>
                  <a:lnTo>
                    <a:pt x="334902" y="31120"/>
                  </a:lnTo>
                  <a:lnTo>
                    <a:pt x="330456" y="35565"/>
                  </a:lnTo>
                  <a:lnTo>
                    <a:pt x="321565" y="38529"/>
                  </a:lnTo>
                  <a:lnTo>
                    <a:pt x="17782" y="38529"/>
                  </a:lnTo>
                  <a:lnTo>
                    <a:pt x="10373" y="35565"/>
                  </a:lnTo>
                  <a:lnTo>
                    <a:pt x="4446" y="31120"/>
                  </a:lnTo>
                  <a:lnTo>
                    <a:pt x="0" y="26674"/>
                  </a:lnTo>
                  <a:lnTo>
                    <a:pt x="0" y="17783"/>
                  </a:lnTo>
                  <a:lnTo>
                    <a:pt x="0" y="11855"/>
                  </a:lnTo>
                  <a:lnTo>
                    <a:pt x="4446" y="4446"/>
                  </a:lnTo>
                  <a:lnTo>
                    <a:pt x="10373" y="0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5" name="Freeform 6518">
              <a:extLst>
                <a:ext uri="{9653C3DF-F18D-4E99-A8A2-70F5688479FD}">
                  <a16:creationId xmlns:a16="http://schemas.microsoft.com/office/drawing/2010/main" id="{338FA094-A795-4615-A1F5-39E3EBC229A0}"/>
                </a:ext>
              </a:extLst>
            </p:cNvPr>
            <p:cNvSpPr/>
            <p:nvPr/>
          </p:nvSpPr>
          <p:spPr>
            <a:xfrm rot="0">
              <a:off x="8754315" y="462306"/>
              <a:ext cx="428259" cy="38528"/>
            </a:xfrm>
            <a:custGeom>
              <a:avLst/>
              <a:gdLst/>
              <a:ahLst/>
              <a:cxnLst/>
              <a:rect b="b" l="0" r="r" t="0"/>
              <a:pathLst>
                <a:path h="38529" w="428260">
                  <a:moveTo>
                    <a:pt x="17782" y="0"/>
                  </a:moveTo>
                  <a:lnTo>
                    <a:pt x="410478" y="0"/>
                  </a:lnTo>
                  <a:lnTo>
                    <a:pt x="417887" y="0"/>
                  </a:lnTo>
                  <a:lnTo>
                    <a:pt x="423814" y="4446"/>
                  </a:lnTo>
                  <a:lnTo>
                    <a:pt x="426778" y="11855"/>
                  </a:lnTo>
                  <a:lnTo>
                    <a:pt x="428260" y="17783"/>
                  </a:lnTo>
                  <a:lnTo>
                    <a:pt x="426778" y="26674"/>
                  </a:lnTo>
                  <a:lnTo>
                    <a:pt x="423814" y="31120"/>
                  </a:lnTo>
                  <a:lnTo>
                    <a:pt x="417887" y="35565"/>
                  </a:lnTo>
                  <a:lnTo>
                    <a:pt x="410478" y="38529"/>
                  </a:lnTo>
                  <a:lnTo>
                    <a:pt x="17782" y="38529"/>
                  </a:lnTo>
                  <a:lnTo>
                    <a:pt x="10373" y="35565"/>
                  </a:lnTo>
                  <a:lnTo>
                    <a:pt x="4446" y="31120"/>
                  </a:lnTo>
                  <a:lnTo>
                    <a:pt x="0" y="26674"/>
                  </a:lnTo>
                  <a:lnTo>
                    <a:pt x="0" y="17783"/>
                  </a:lnTo>
                  <a:lnTo>
                    <a:pt x="0" y="11855"/>
                  </a:lnTo>
                  <a:lnTo>
                    <a:pt x="4446" y="4446"/>
                  </a:lnTo>
                  <a:lnTo>
                    <a:pt x="10373" y="0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6" name="Freeform 6519">
              <a:extLst>
                <a:ext uri="{1F3EC6B0-6E23-4B2C-9ABE-DA75281683F9}">
                  <a16:creationId xmlns:a16="http://schemas.microsoft.com/office/drawing/2010/main" id="{504205EB-A9EF-4ECC-8EED-90B2559E9DAF}"/>
                </a:ext>
              </a:extLst>
            </p:cNvPr>
            <p:cNvSpPr/>
            <p:nvPr/>
          </p:nvSpPr>
          <p:spPr>
            <a:xfrm rot="0">
              <a:off x="8754315" y="563072"/>
              <a:ext cx="370465" cy="37046"/>
            </a:xfrm>
            <a:custGeom>
              <a:avLst/>
              <a:gdLst/>
              <a:ahLst/>
              <a:cxnLst/>
              <a:rect b="b" l="0" r="r" t="0"/>
              <a:pathLst>
                <a:path h="37047" w="370466">
                  <a:moveTo>
                    <a:pt x="17782" y="0"/>
                  </a:moveTo>
                  <a:lnTo>
                    <a:pt x="351202" y="0"/>
                  </a:lnTo>
                  <a:lnTo>
                    <a:pt x="360093" y="0"/>
                  </a:lnTo>
                  <a:lnTo>
                    <a:pt x="364539" y="4446"/>
                  </a:lnTo>
                  <a:lnTo>
                    <a:pt x="368984" y="10373"/>
                  </a:lnTo>
                  <a:lnTo>
                    <a:pt x="370466" y="17783"/>
                  </a:lnTo>
                  <a:lnTo>
                    <a:pt x="368984" y="23710"/>
                  </a:lnTo>
                  <a:lnTo>
                    <a:pt x="364539" y="31119"/>
                  </a:lnTo>
                  <a:lnTo>
                    <a:pt x="360093" y="35565"/>
                  </a:lnTo>
                  <a:lnTo>
                    <a:pt x="351202" y="37047"/>
                  </a:lnTo>
                  <a:lnTo>
                    <a:pt x="17782" y="37047"/>
                  </a:lnTo>
                  <a:lnTo>
                    <a:pt x="10373" y="35565"/>
                  </a:lnTo>
                  <a:lnTo>
                    <a:pt x="4446" y="31119"/>
                  </a:lnTo>
                  <a:lnTo>
                    <a:pt x="0" y="23710"/>
                  </a:lnTo>
                  <a:lnTo>
                    <a:pt x="0" y="17783"/>
                  </a:lnTo>
                  <a:lnTo>
                    <a:pt x="0" y="10373"/>
                  </a:lnTo>
                  <a:lnTo>
                    <a:pt x="4446" y="4446"/>
                  </a:lnTo>
                  <a:lnTo>
                    <a:pt x="10373" y="0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47" name="Freeform 6520">
              <a:extLst>
                <a:ext uri="{DACF9F5D-A1EB-4832-A5AE-3C4EF1DB1C95}">
                  <a16:creationId xmlns:a16="http://schemas.microsoft.com/office/drawing/2010/main" id="{18670372-55DB-4CA9-8336-90B7927C907D}"/>
                </a:ext>
              </a:extLst>
            </p:cNvPr>
            <p:cNvSpPr/>
            <p:nvPr/>
          </p:nvSpPr>
          <p:spPr>
            <a:xfrm rot="0">
              <a:off x="8754315" y="660876"/>
              <a:ext cx="200052" cy="37046"/>
            </a:xfrm>
            <a:custGeom>
              <a:avLst/>
              <a:gdLst/>
              <a:ahLst/>
              <a:cxnLst/>
              <a:rect b="b" l="0" r="r" t="0"/>
              <a:pathLst>
                <a:path h="37047" w="200052">
                  <a:moveTo>
                    <a:pt x="17782" y="0"/>
                  </a:moveTo>
                  <a:lnTo>
                    <a:pt x="179306" y="0"/>
                  </a:lnTo>
                  <a:lnTo>
                    <a:pt x="188197" y="1482"/>
                  </a:lnTo>
                  <a:lnTo>
                    <a:pt x="192643" y="5928"/>
                  </a:lnTo>
                  <a:lnTo>
                    <a:pt x="197088" y="13337"/>
                  </a:lnTo>
                  <a:lnTo>
                    <a:pt x="200052" y="19264"/>
                  </a:lnTo>
                  <a:lnTo>
                    <a:pt x="197088" y="26674"/>
                  </a:lnTo>
                  <a:lnTo>
                    <a:pt x="192643" y="32601"/>
                  </a:lnTo>
                  <a:lnTo>
                    <a:pt x="188197" y="37047"/>
                  </a:lnTo>
                  <a:lnTo>
                    <a:pt x="179306" y="37047"/>
                  </a:lnTo>
                  <a:lnTo>
                    <a:pt x="17782" y="37047"/>
                  </a:lnTo>
                  <a:lnTo>
                    <a:pt x="10373" y="37047"/>
                  </a:lnTo>
                  <a:lnTo>
                    <a:pt x="4446" y="32601"/>
                  </a:lnTo>
                  <a:lnTo>
                    <a:pt x="0" y="26674"/>
                  </a:lnTo>
                  <a:lnTo>
                    <a:pt x="0" y="19264"/>
                  </a:lnTo>
                  <a:lnTo>
                    <a:pt x="0" y="13337"/>
                  </a:lnTo>
                  <a:lnTo>
                    <a:pt x="4446" y="5928"/>
                  </a:lnTo>
                  <a:lnTo>
                    <a:pt x="10373" y="1482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sp>
        <p:nvSpPr>
          <p:cNvPr id="48" name="Freeform 6156">
            <a:extLst>
              <a:ext uri="{609DA0E5-4090-4F84-88AC-62B5C3295EE4}">
                <a16:creationId xmlns:a16="http://schemas.microsoft.com/office/drawing/2010/main" id="{D923A721-8A06-47C5-AEB0-11B21C99228D}"/>
              </a:ext>
            </a:extLst>
          </p:cNvPr>
          <p:cNvSpPr/>
          <p:nvPr userDrawn="1"/>
        </p:nvSpPr>
        <p:spPr>
          <a:xfrm rot="0">
            <a:off x="4439735" y="2529297"/>
            <a:ext cx="264530" cy="280146"/>
          </a:xfrm>
          <a:custGeom>
            <a:avLst/>
            <a:gdLst/>
            <a:ahLst/>
            <a:cxnLst/>
            <a:rect b="b" l="0" r="r" t="0"/>
            <a:pathLst>
              <a:path h="373528" w="352708">
                <a:moveTo>
                  <a:pt x="176354" y="31842"/>
                </a:moveTo>
                <a:lnTo>
                  <a:pt x="157984" y="33066"/>
                </a:lnTo>
                <a:lnTo>
                  <a:pt x="143288" y="39190"/>
                </a:lnTo>
                <a:lnTo>
                  <a:pt x="131041" y="46538"/>
                </a:lnTo>
                <a:lnTo>
                  <a:pt x="124917" y="57560"/>
                </a:lnTo>
                <a:lnTo>
                  <a:pt x="121243" y="68582"/>
                </a:lnTo>
                <a:lnTo>
                  <a:pt x="123693" y="80829"/>
                </a:lnTo>
                <a:lnTo>
                  <a:pt x="124917" y="105323"/>
                </a:lnTo>
                <a:lnTo>
                  <a:pt x="124917" y="110221"/>
                </a:lnTo>
                <a:lnTo>
                  <a:pt x="123693" y="116345"/>
                </a:lnTo>
                <a:lnTo>
                  <a:pt x="120019" y="120019"/>
                </a:lnTo>
                <a:lnTo>
                  <a:pt x="116345" y="121244"/>
                </a:lnTo>
                <a:lnTo>
                  <a:pt x="117569" y="138389"/>
                </a:lnTo>
                <a:lnTo>
                  <a:pt x="120019" y="139614"/>
                </a:lnTo>
                <a:lnTo>
                  <a:pt x="124917" y="142063"/>
                </a:lnTo>
                <a:lnTo>
                  <a:pt x="128591" y="146962"/>
                </a:lnTo>
                <a:lnTo>
                  <a:pt x="131041" y="153085"/>
                </a:lnTo>
                <a:lnTo>
                  <a:pt x="134715" y="176354"/>
                </a:lnTo>
                <a:lnTo>
                  <a:pt x="134715" y="178804"/>
                </a:lnTo>
                <a:lnTo>
                  <a:pt x="135940" y="181253"/>
                </a:lnTo>
                <a:lnTo>
                  <a:pt x="142063" y="184927"/>
                </a:lnTo>
                <a:lnTo>
                  <a:pt x="143288" y="188601"/>
                </a:lnTo>
                <a:lnTo>
                  <a:pt x="146962" y="192275"/>
                </a:lnTo>
                <a:lnTo>
                  <a:pt x="146962" y="195949"/>
                </a:lnTo>
                <a:lnTo>
                  <a:pt x="150636" y="221667"/>
                </a:lnTo>
                <a:lnTo>
                  <a:pt x="150636" y="226566"/>
                </a:lnTo>
                <a:lnTo>
                  <a:pt x="149411" y="232690"/>
                </a:lnTo>
                <a:lnTo>
                  <a:pt x="143288" y="236364"/>
                </a:lnTo>
                <a:lnTo>
                  <a:pt x="138389" y="240038"/>
                </a:lnTo>
                <a:lnTo>
                  <a:pt x="86952" y="248610"/>
                </a:lnTo>
                <a:lnTo>
                  <a:pt x="39190" y="266981"/>
                </a:lnTo>
                <a:lnTo>
                  <a:pt x="35516" y="270655"/>
                </a:lnTo>
                <a:lnTo>
                  <a:pt x="33066" y="274329"/>
                </a:lnTo>
                <a:lnTo>
                  <a:pt x="31842" y="278003"/>
                </a:lnTo>
                <a:lnTo>
                  <a:pt x="31842" y="281677"/>
                </a:lnTo>
                <a:lnTo>
                  <a:pt x="35516" y="320867"/>
                </a:lnTo>
                <a:lnTo>
                  <a:pt x="35516" y="324541"/>
                </a:lnTo>
                <a:lnTo>
                  <a:pt x="36740" y="328215"/>
                </a:lnTo>
                <a:lnTo>
                  <a:pt x="40414" y="329439"/>
                </a:lnTo>
                <a:lnTo>
                  <a:pt x="42864" y="331889"/>
                </a:lnTo>
                <a:lnTo>
                  <a:pt x="131041" y="340462"/>
                </a:lnTo>
                <a:lnTo>
                  <a:pt x="220442" y="340462"/>
                </a:lnTo>
                <a:lnTo>
                  <a:pt x="311069" y="331889"/>
                </a:lnTo>
                <a:lnTo>
                  <a:pt x="312294" y="329439"/>
                </a:lnTo>
                <a:lnTo>
                  <a:pt x="314743" y="328215"/>
                </a:lnTo>
                <a:lnTo>
                  <a:pt x="315968" y="324541"/>
                </a:lnTo>
                <a:lnTo>
                  <a:pt x="318417" y="320867"/>
                </a:lnTo>
                <a:lnTo>
                  <a:pt x="322091" y="281677"/>
                </a:lnTo>
                <a:lnTo>
                  <a:pt x="322091" y="278003"/>
                </a:lnTo>
                <a:lnTo>
                  <a:pt x="319642" y="274329"/>
                </a:lnTo>
                <a:lnTo>
                  <a:pt x="315968" y="269430"/>
                </a:lnTo>
                <a:lnTo>
                  <a:pt x="312294" y="266981"/>
                </a:lnTo>
                <a:lnTo>
                  <a:pt x="264531" y="248610"/>
                </a:lnTo>
                <a:lnTo>
                  <a:pt x="215544" y="240038"/>
                </a:lnTo>
                <a:lnTo>
                  <a:pt x="208196" y="236364"/>
                </a:lnTo>
                <a:lnTo>
                  <a:pt x="204522" y="232690"/>
                </a:lnTo>
                <a:lnTo>
                  <a:pt x="200848" y="226566"/>
                </a:lnTo>
                <a:lnTo>
                  <a:pt x="200848" y="221667"/>
                </a:lnTo>
                <a:lnTo>
                  <a:pt x="204522" y="195949"/>
                </a:lnTo>
                <a:lnTo>
                  <a:pt x="205746" y="192275"/>
                </a:lnTo>
                <a:lnTo>
                  <a:pt x="208196" y="188601"/>
                </a:lnTo>
                <a:lnTo>
                  <a:pt x="211870" y="184927"/>
                </a:lnTo>
                <a:lnTo>
                  <a:pt x="215544" y="181253"/>
                </a:lnTo>
                <a:lnTo>
                  <a:pt x="216768" y="178804"/>
                </a:lnTo>
                <a:lnTo>
                  <a:pt x="219218" y="176354"/>
                </a:lnTo>
                <a:lnTo>
                  <a:pt x="220442" y="153085"/>
                </a:lnTo>
                <a:lnTo>
                  <a:pt x="222892" y="146962"/>
                </a:lnTo>
                <a:lnTo>
                  <a:pt x="226566" y="142063"/>
                </a:lnTo>
                <a:lnTo>
                  <a:pt x="231465" y="139614"/>
                </a:lnTo>
                <a:lnTo>
                  <a:pt x="233914" y="138389"/>
                </a:lnTo>
                <a:lnTo>
                  <a:pt x="235139" y="121244"/>
                </a:lnTo>
                <a:lnTo>
                  <a:pt x="233914" y="120019"/>
                </a:lnTo>
                <a:lnTo>
                  <a:pt x="230240" y="116345"/>
                </a:lnTo>
                <a:lnTo>
                  <a:pt x="227791" y="110221"/>
                </a:lnTo>
                <a:lnTo>
                  <a:pt x="226566" y="105323"/>
                </a:lnTo>
                <a:lnTo>
                  <a:pt x="227791" y="102873"/>
                </a:lnTo>
                <a:lnTo>
                  <a:pt x="230240" y="84503"/>
                </a:lnTo>
                <a:lnTo>
                  <a:pt x="230240" y="80829"/>
                </a:lnTo>
                <a:lnTo>
                  <a:pt x="230240" y="68582"/>
                </a:lnTo>
                <a:lnTo>
                  <a:pt x="227791" y="57560"/>
                </a:lnTo>
                <a:lnTo>
                  <a:pt x="220442" y="46538"/>
                </a:lnTo>
                <a:lnTo>
                  <a:pt x="209420" y="39190"/>
                </a:lnTo>
                <a:lnTo>
                  <a:pt x="193500" y="33066"/>
                </a:lnTo>
                <a:lnTo>
                  <a:pt x="176354" y="31842"/>
                </a:lnTo>
                <a:close/>
                <a:moveTo>
                  <a:pt x="176354" y="0"/>
                </a:moveTo>
                <a:lnTo>
                  <a:pt x="202072" y="2449"/>
                </a:lnTo>
                <a:lnTo>
                  <a:pt x="224117" y="11022"/>
                </a:lnTo>
                <a:lnTo>
                  <a:pt x="242487" y="24494"/>
                </a:lnTo>
                <a:lnTo>
                  <a:pt x="255958" y="39190"/>
                </a:lnTo>
                <a:lnTo>
                  <a:pt x="260857" y="57560"/>
                </a:lnTo>
                <a:lnTo>
                  <a:pt x="260857" y="72256"/>
                </a:lnTo>
                <a:lnTo>
                  <a:pt x="260857" y="84503"/>
                </a:lnTo>
                <a:lnTo>
                  <a:pt x="260857" y="86952"/>
                </a:lnTo>
                <a:lnTo>
                  <a:pt x="259632" y="95525"/>
                </a:lnTo>
                <a:lnTo>
                  <a:pt x="263306" y="99199"/>
                </a:lnTo>
                <a:lnTo>
                  <a:pt x="266980" y="102873"/>
                </a:lnTo>
                <a:lnTo>
                  <a:pt x="268205" y="110221"/>
                </a:lnTo>
                <a:lnTo>
                  <a:pt x="268205" y="116345"/>
                </a:lnTo>
                <a:lnTo>
                  <a:pt x="264531" y="153085"/>
                </a:lnTo>
                <a:lnTo>
                  <a:pt x="263306" y="157984"/>
                </a:lnTo>
                <a:lnTo>
                  <a:pt x="260857" y="164107"/>
                </a:lnTo>
                <a:lnTo>
                  <a:pt x="255958" y="167781"/>
                </a:lnTo>
                <a:lnTo>
                  <a:pt x="252284" y="171455"/>
                </a:lnTo>
                <a:lnTo>
                  <a:pt x="249835" y="181253"/>
                </a:lnTo>
                <a:lnTo>
                  <a:pt x="248610" y="186152"/>
                </a:lnTo>
                <a:lnTo>
                  <a:pt x="244936" y="193500"/>
                </a:lnTo>
                <a:lnTo>
                  <a:pt x="241262" y="200848"/>
                </a:lnTo>
                <a:lnTo>
                  <a:pt x="235139" y="206971"/>
                </a:lnTo>
                <a:lnTo>
                  <a:pt x="233914" y="210645"/>
                </a:lnTo>
                <a:lnTo>
                  <a:pt x="281677" y="221667"/>
                </a:lnTo>
                <a:lnTo>
                  <a:pt x="326990" y="240038"/>
                </a:lnTo>
                <a:lnTo>
                  <a:pt x="341686" y="251060"/>
                </a:lnTo>
                <a:lnTo>
                  <a:pt x="351483" y="266981"/>
                </a:lnTo>
                <a:lnTo>
                  <a:pt x="352708" y="285351"/>
                </a:lnTo>
                <a:lnTo>
                  <a:pt x="349034" y="324541"/>
                </a:lnTo>
                <a:lnTo>
                  <a:pt x="344135" y="340462"/>
                </a:lnTo>
                <a:lnTo>
                  <a:pt x="330664" y="355158"/>
                </a:lnTo>
                <a:lnTo>
                  <a:pt x="314743" y="362506"/>
                </a:lnTo>
                <a:lnTo>
                  <a:pt x="246161" y="369854"/>
                </a:lnTo>
                <a:lnTo>
                  <a:pt x="176354" y="373528"/>
                </a:lnTo>
                <a:lnTo>
                  <a:pt x="106547" y="369854"/>
                </a:lnTo>
                <a:lnTo>
                  <a:pt x="36740" y="362506"/>
                </a:lnTo>
                <a:lnTo>
                  <a:pt x="20820" y="355158"/>
                </a:lnTo>
                <a:lnTo>
                  <a:pt x="9797" y="340462"/>
                </a:lnTo>
                <a:lnTo>
                  <a:pt x="3674" y="324541"/>
                </a:lnTo>
                <a:lnTo>
                  <a:pt x="0" y="285351"/>
                </a:lnTo>
                <a:lnTo>
                  <a:pt x="2449" y="266981"/>
                </a:lnTo>
                <a:lnTo>
                  <a:pt x="11022" y="251060"/>
                </a:lnTo>
                <a:lnTo>
                  <a:pt x="24494" y="240038"/>
                </a:lnTo>
                <a:lnTo>
                  <a:pt x="69807" y="221667"/>
                </a:lnTo>
                <a:lnTo>
                  <a:pt x="117569" y="210645"/>
                </a:lnTo>
                <a:lnTo>
                  <a:pt x="117569" y="206971"/>
                </a:lnTo>
                <a:lnTo>
                  <a:pt x="110221" y="197174"/>
                </a:lnTo>
                <a:lnTo>
                  <a:pt x="105323" y="189826"/>
                </a:lnTo>
                <a:lnTo>
                  <a:pt x="102873" y="181253"/>
                </a:lnTo>
                <a:lnTo>
                  <a:pt x="101648" y="171455"/>
                </a:lnTo>
                <a:lnTo>
                  <a:pt x="95525" y="167781"/>
                </a:lnTo>
                <a:lnTo>
                  <a:pt x="91851" y="164107"/>
                </a:lnTo>
                <a:lnTo>
                  <a:pt x="90626" y="157984"/>
                </a:lnTo>
                <a:lnTo>
                  <a:pt x="88177" y="153085"/>
                </a:lnTo>
                <a:lnTo>
                  <a:pt x="84503" y="116345"/>
                </a:lnTo>
                <a:lnTo>
                  <a:pt x="84503" y="110221"/>
                </a:lnTo>
                <a:lnTo>
                  <a:pt x="86952" y="105323"/>
                </a:lnTo>
                <a:lnTo>
                  <a:pt x="88177" y="99199"/>
                </a:lnTo>
                <a:lnTo>
                  <a:pt x="91851" y="95525"/>
                </a:lnTo>
                <a:lnTo>
                  <a:pt x="91851" y="84503"/>
                </a:lnTo>
                <a:lnTo>
                  <a:pt x="90626" y="72256"/>
                </a:lnTo>
                <a:lnTo>
                  <a:pt x="91851" y="57560"/>
                </a:lnTo>
                <a:lnTo>
                  <a:pt x="97974" y="39190"/>
                </a:lnTo>
                <a:lnTo>
                  <a:pt x="110221" y="24494"/>
                </a:lnTo>
                <a:lnTo>
                  <a:pt x="128591" y="11022"/>
                </a:lnTo>
                <a:lnTo>
                  <a:pt x="150636" y="2449"/>
                </a:lnTo>
                <a:lnTo>
                  <a:pt x="17635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anchor="t" bIns="45720" lIns="91440" numCol="1" rIns="91440" rtlCol="0" tIns="45720" vert="horz" wrap="square"/>
          <a:lstStyle/>
          <a:p>
            <a:pPr algn="r"/>
            <a:r>
              <a:rPr dirty="0" lang="en-US"/>
              <a:t/>
            </a:r>
            <a:endParaRPr dirty="0" lang="en-US"/>
          </a:p>
        </p:txBody>
      </p:sp>
      <p:grpSp>
        <p:nvGrpSpPr>
          <p:cNvPr id="49" name="Grupo 422">
            <a:extLst>
              <a:ext uri="{BC7EBC71-982C-4BFF-9E21-A8B12EA173F2}">
                <a16:creationId xmlns:a16="http://schemas.microsoft.com/office/drawing/2010/main" id="{889848CE-20C0-47C9-A2C1-E757E4CCA64F}"/>
              </a:ext>
            </a:extLst>
          </p:cNvPr>
          <p:cNvGrpSpPr/>
          <p:nvPr/>
        </p:nvGrpSpPr>
        <p:grpSpPr>
          <a:xfrm rot="0">
            <a:off x="6076649" y="2509329"/>
            <a:ext cx="260067" cy="320082"/>
            <a:chOff x="682745" y="4975327"/>
            <a:chExt cx="346757" cy="426777"/>
          </a:xfrm>
          <a:solidFill>
            <a:schemeClr val="bg1"/>
          </a:solidFill>
        </p:grpSpPr>
        <p:sp>
          <p:nvSpPr>
            <p:cNvPr id="50" name="Freeform 6387">
              <a:extLst>
                <a:ext uri="{F3F65D43-450C-4BF1-841E-597D26CCAB1A}">
                  <a16:creationId xmlns:a16="http://schemas.microsoft.com/office/drawing/2010/main" id="{D73AFBBB-3B22-4FC4-AA74-146A4A42447F}"/>
                </a:ext>
              </a:extLst>
            </p:cNvPr>
            <p:cNvSpPr/>
            <p:nvPr/>
          </p:nvSpPr>
          <p:spPr>
            <a:xfrm rot="0">
              <a:off x="887242" y="5259845"/>
              <a:ext cx="133368" cy="133368"/>
            </a:xfrm>
            <a:custGeom>
              <a:avLst/>
              <a:gdLst/>
              <a:ahLst/>
              <a:cxnLst/>
              <a:rect b="b" l="0" r="r" t="0"/>
              <a:pathLst>
                <a:path h="133368" w="133368">
                  <a:moveTo>
                    <a:pt x="8891" y="0"/>
                  </a:moveTo>
                  <a:lnTo>
                    <a:pt x="124477" y="0"/>
                  </a:lnTo>
                  <a:lnTo>
                    <a:pt x="128922" y="2964"/>
                  </a:lnTo>
                  <a:lnTo>
                    <a:pt x="131886" y="4446"/>
                  </a:lnTo>
                  <a:lnTo>
                    <a:pt x="133368" y="11855"/>
                  </a:lnTo>
                  <a:lnTo>
                    <a:pt x="131886" y="16301"/>
                  </a:lnTo>
                  <a:lnTo>
                    <a:pt x="128922" y="17782"/>
                  </a:lnTo>
                  <a:lnTo>
                    <a:pt x="124477" y="20746"/>
                  </a:lnTo>
                  <a:lnTo>
                    <a:pt x="20746" y="20746"/>
                  </a:lnTo>
                  <a:lnTo>
                    <a:pt x="20746" y="124477"/>
                  </a:lnTo>
                  <a:lnTo>
                    <a:pt x="17782" y="128922"/>
                  </a:lnTo>
                  <a:lnTo>
                    <a:pt x="13337" y="131886"/>
                  </a:lnTo>
                  <a:lnTo>
                    <a:pt x="8891" y="133368"/>
                  </a:lnTo>
                  <a:lnTo>
                    <a:pt x="4446" y="131886"/>
                  </a:lnTo>
                  <a:lnTo>
                    <a:pt x="2964" y="128922"/>
                  </a:lnTo>
                  <a:lnTo>
                    <a:pt x="0" y="124477"/>
                  </a:lnTo>
                  <a:lnTo>
                    <a:pt x="0" y="11855"/>
                  </a:lnTo>
                  <a:lnTo>
                    <a:pt x="2964" y="4446"/>
                  </a:lnTo>
                  <a:lnTo>
                    <a:pt x="4446" y="2964"/>
                  </a:lnTo>
                  <a:lnTo>
                    <a:pt x="88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51" name="Freeform 6388">
              <a:extLst>
                <a:ext uri="{99F8B84E-C47E-43CA-88A9-6DA01A30EA97}">
                  <a16:creationId xmlns:a16="http://schemas.microsoft.com/office/drawing/2010/main" id="{232F7012-22A1-47DB-A7E5-29220B87C6E5}"/>
                </a:ext>
              </a:extLst>
            </p:cNvPr>
            <p:cNvSpPr/>
            <p:nvPr/>
          </p:nvSpPr>
          <p:spPr>
            <a:xfrm rot="0">
              <a:off x="682745" y="4975327"/>
              <a:ext cx="346757" cy="426777"/>
            </a:xfrm>
            <a:custGeom>
              <a:avLst/>
              <a:gdLst/>
              <a:ahLst/>
              <a:cxnLst/>
              <a:rect b="b" l="0" r="r" t="0"/>
              <a:pathLst>
                <a:path h="426777" w="346757">
                  <a:moveTo>
                    <a:pt x="38529" y="37047"/>
                  </a:moveTo>
                  <a:lnTo>
                    <a:pt x="38529" y="389730"/>
                  </a:lnTo>
                  <a:lnTo>
                    <a:pt x="207461" y="389730"/>
                  </a:lnTo>
                  <a:lnTo>
                    <a:pt x="309710" y="287482"/>
                  </a:lnTo>
                  <a:lnTo>
                    <a:pt x="309710" y="37047"/>
                  </a:lnTo>
                  <a:lnTo>
                    <a:pt x="38529" y="37047"/>
                  </a:lnTo>
                  <a:close/>
                  <a:moveTo>
                    <a:pt x="17782" y="0"/>
                  </a:moveTo>
                  <a:lnTo>
                    <a:pt x="328975" y="0"/>
                  </a:lnTo>
                  <a:lnTo>
                    <a:pt x="336384" y="1482"/>
                  </a:lnTo>
                  <a:lnTo>
                    <a:pt x="342311" y="4446"/>
                  </a:lnTo>
                  <a:lnTo>
                    <a:pt x="345275" y="10373"/>
                  </a:lnTo>
                  <a:lnTo>
                    <a:pt x="346757" y="17782"/>
                  </a:lnTo>
                  <a:lnTo>
                    <a:pt x="346757" y="296373"/>
                  </a:lnTo>
                  <a:lnTo>
                    <a:pt x="345275" y="302300"/>
                  </a:lnTo>
                  <a:lnTo>
                    <a:pt x="342311" y="309710"/>
                  </a:lnTo>
                  <a:lnTo>
                    <a:pt x="226726" y="422331"/>
                  </a:lnTo>
                  <a:lnTo>
                    <a:pt x="222280" y="426777"/>
                  </a:lnTo>
                  <a:lnTo>
                    <a:pt x="213389" y="426777"/>
                  </a:lnTo>
                  <a:lnTo>
                    <a:pt x="17782" y="426777"/>
                  </a:lnTo>
                  <a:lnTo>
                    <a:pt x="11855" y="426777"/>
                  </a:lnTo>
                  <a:lnTo>
                    <a:pt x="4446" y="422331"/>
                  </a:lnTo>
                  <a:lnTo>
                    <a:pt x="0" y="416404"/>
                  </a:lnTo>
                  <a:lnTo>
                    <a:pt x="0" y="408995"/>
                  </a:lnTo>
                  <a:lnTo>
                    <a:pt x="0" y="17782"/>
                  </a:lnTo>
                  <a:lnTo>
                    <a:pt x="0" y="10373"/>
                  </a:lnTo>
                  <a:lnTo>
                    <a:pt x="4446" y="4446"/>
                  </a:lnTo>
                  <a:lnTo>
                    <a:pt x="11855" y="1482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52" name="Freeform 6389">
              <a:extLst>
                <a:ext uri="{0271AC96-0FB7-47CC-8A2F-61FCA94A8547}">
                  <a16:creationId xmlns:a16="http://schemas.microsoft.com/office/drawing/2010/main" id="{AB60654B-9C86-4C4A-A0CD-94AD6F48D037}"/>
                </a:ext>
              </a:extLst>
            </p:cNvPr>
            <p:cNvSpPr/>
            <p:nvPr/>
          </p:nvSpPr>
          <p:spPr>
            <a:xfrm rot="0">
              <a:off x="756838" y="5056828"/>
              <a:ext cx="128923" cy="17782"/>
            </a:xfrm>
            <a:custGeom>
              <a:avLst/>
              <a:gdLst/>
              <a:ahLst/>
              <a:cxnLst/>
              <a:rect b="b" l="0" r="r" t="0"/>
              <a:pathLst>
                <a:path h="17782" w="128923">
                  <a:moveTo>
                    <a:pt x="8891" y="0"/>
                  </a:moveTo>
                  <a:lnTo>
                    <a:pt x="120032" y="0"/>
                  </a:lnTo>
                  <a:lnTo>
                    <a:pt x="124477" y="0"/>
                  </a:lnTo>
                  <a:lnTo>
                    <a:pt x="128923" y="4446"/>
                  </a:lnTo>
                  <a:lnTo>
                    <a:pt x="128923" y="8891"/>
                  </a:lnTo>
                  <a:lnTo>
                    <a:pt x="128923" y="13337"/>
                  </a:lnTo>
                  <a:lnTo>
                    <a:pt x="124477" y="16300"/>
                  </a:lnTo>
                  <a:lnTo>
                    <a:pt x="120032" y="17782"/>
                  </a:lnTo>
                  <a:lnTo>
                    <a:pt x="8891" y="17782"/>
                  </a:lnTo>
                  <a:lnTo>
                    <a:pt x="4446" y="16300"/>
                  </a:lnTo>
                  <a:lnTo>
                    <a:pt x="0" y="13337"/>
                  </a:lnTo>
                  <a:lnTo>
                    <a:pt x="0" y="8891"/>
                  </a:lnTo>
                  <a:lnTo>
                    <a:pt x="0" y="4446"/>
                  </a:lnTo>
                  <a:lnTo>
                    <a:pt x="4446" y="0"/>
                  </a:lnTo>
                  <a:lnTo>
                    <a:pt x="88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53" name="Freeform 6390">
              <a:extLst>
                <a:ext uri="{86D499B0-4215-4778-A6A8-4AC2134A57E6}">
                  <a16:creationId xmlns:a16="http://schemas.microsoft.com/office/drawing/2010/main" id="{9F285786-1A1B-43C2-8D56-1DB155E62AFA}"/>
                </a:ext>
              </a:extLst>
            </p:cNvPr>
            <p:cNvSpPr/>
            <p:nvPr/>
          </p:nvSpPr>
          <p:spPr>
            <a:xfrm rot="0">
              <a:off x="756838" y="5101285"/>
              <a:ext cx="201534" cy="20745"/>
            </a:xfrm>
            <a:custGeom>
              <a:avLst/>
              <a:gdLst/>
              <a:ahLst/>
              <a:cxnLst/>
              <a:rect b="b" l="0" r="r" t="0"/>
              <a:pathLst>
                <a:path h="20746" w="201534">
                  <a:moveTo>
                    <a:pt x="8891" y="0"/>
                  </a:moveTo>
                  <a:lnTo>
                    <a:pt x="192643" y="0"/>
                  </a:lnTo>
                  <a:lnTo>
                    <a:pt x="197088" y="2964"/>
                  </a:lnTo>
                  <a:lnTo>
                    <a:pt x="201534" y="5927"/>
                  </a:lnTo>
                  <a:lnTo>
                    <a:pt x="201534" y="10373"/>
                  </a:lnTo>
                  <a:lnTo>
                    <a:pt x="201534" y="16300"/>
                  </a:lnTo>
                  <a:lnTo>
                    <a:pt x="197088" y="19264"/>
                  </a:lnTo>
                  <a:lnTo>
                    <a:pt x="192643" y="20746"/>
                  </a:lnTo>
                  <a:lnTo>
                    <a:pt x="8891" y="20746"/>
                  </a:lnTo>
                  <a:lnTo>
                    <a:pt x="4446" y="19264"/>
                  </a:lnTo>
                  <a:lnTo>
                    <a:pt x="0" y="16300"/>
                  </a:lnTo>
                  <a:lnTo>
                    <a:pt x="0" y="10373"/>
                  </a:lnTo>
                  <a:lnTo>
                    <a:pt x="0" y="5927"/>
                  </a:lnTo>
                  <a:lnTo>
                    <a:pt x="4446" y="2964"/>
                  </a:lnTo>
                  <a:lnTo>
                    <a:pt x="88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54" name="Freeform 6391">
              <a:extLst>
                <a:ext uri="{A053B64F-99D2-4AC9-B164-A7801160D06F}">
                  <a16:creationId xmlns:a16="http://schemas.microsoft.com/office/drawing/2010/main" id="{EACA0BC3-8EEC-4444-ABB3-2E9620AFFD8D}"/>
                </a:ext>
              </a:extLst>
            </p:cNvPr>
            <p:cNvSpPr/>
            <p:nvPr/>
          </p:nvSpPr>
          <p:spPr>
            <a:xfrm rot="0">
              <a:off x="756838" y="5148705"/>
              <a:ext cx="201534" cy="17782"/>
            </a:xfrm>
            <a:custGeom>
              <a:avLst/>
              <a:gdLst/>
              <a:ahLst/>
              <a:cxnLst/>
              <a:rect b="b" l="0" r="r" t="0"/>
              <a:pathLst>
                <a:path h="17782" w="201534">
                  <a:moveTo>
                    <a:pt x="8891" y="0"/>
                  </a:moveTo>
                  <a:lnTo>
                    <a:pt x="192643" y="0"/>
                  </a:lnTo>
                  <a:lnTo>
                    <a:pt x="197088" y="0"/>
                  </a:lnTo>
                  <a:lnTo>
                    <a:pt x="201534" y="4446"/>
                  </a:lnTo>
                  <a:lnTo>
                    <a:pt x="201534" y="8891"/>
                  </a:lnTo>
                  <a:lnTo>
                    <a:pt x="201534" y="13337"/>
                  </a:lnTo>
                  <a:lnTo>
                    <a:pt x="197088" y="17782"/>
                  </a:lnTo>
                  <a:lnTo>
                    <a:pt x="192643" y="17782"/>
                  </a:lnTo>
                  <a:lnTo>
                    <a:pt x="8891" y="17782"/>
                  </a:lnTo>
                  <a:lnTo>
                    <a:pt x="4446" y="17782"/>
                  </a:lnTo>
                  <a:lnTo>
                    <a:pt x="0" y="13337"/>
                  </a:lnTo>
                  <a:lnTo>
                    <a:pt x="0" y="8891"/>
                  </a:lnTo>
                  <a:lnTo>
                    <a:pt x="0" y="4446"/>
                  </a:lnTo>
                  <a:lnTo>
                    <a:pt x="4446" y="0"/>
                  </a:lnTo>
                  <a:lnTo>
                    <a:pt x="88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55" name="Freeform 6392">
              <a:extLst>
                <a:ext uri="{524F3804-D42F-45B8-AAAF-2CC276843EF3}">
                  <a16:creationId xmlns:a16="http://schemas.microsoft.com/office/drawing/2010/main" id="{39B16278-6CB5-4934-B192-49720E1DF833}"/>
                </a:ext>
              </a:extLst>
            </p:cNvPr>
            <p:cNvSpPr/>
            <p:nvPr/>
          </p:nvSpPr>
          <p:spPr>
            <a:xfrm rot="0">
              <a:off x="756838" y="5193161"/>
              <a:ext cx="94839" cy="20745"/>
            </a:xfrm>
            <a:custGeom>
              <a:avLst/>
              <a:gdLst/>
              <a:ahLst/>
              <a:cxnLst/>
              <a:rect b="b" l="0" r="r" t="0"/>
              <a:pathLst>
                <a:path h="20746" w="94839">
                  <a:moveTo>
                    <a:pt x="8891" y="0"/>
                  </a:moveTo>
                  <a:lnTo>
                    <a:pt x="85948" y="0"/>
                  </a:lnTo>
                  <a:lnTo>
                    <a:pt x="90393" y="2964"/>
                  </a:lnTo>
                  <a:lnTo>
                    <a:pt x="93357" y="7409"/>
                  </a:lnTo>
                  <a:lnTo>
                    <a:pt x="94839" y="11855"/>
                  </a:lnTo>
                  <a:lnTo>
                    <a:pt x="93357" y="16300"/>
                  </a:lnTo>
                  <a:lnTo>
                    <a:pt x="90393" y="17782"/>
                  </a:lnTo>
                  <a:lnTo>
                    <a:pt x="85948" y="20746"/>
                  </a:lnTo>
                  <a:lnTo>
                    <a:pt x="8891" y="20746"/>
                  </a:lnTo>
                  <a:lnTo>
                    <a:pt x="4446" y="17782"/>
                  </a:lnTo>
                  <a:lnTo>
                    <a:pt x="0" y="16300"/>
                  </a:lnTo>
                  <a:lnTo>
                    <a:pt x="0" y="11855"/>
                  </a:lnTo>
                  <a:lnTo>
                    <a:pt x="0" y="7409"/>
                  </a:lnTo>
                  <a:lnTo>
                    <a:pt x="4446" y="2964"/>
                  </a:lnTo>
                  <a:lnTo>
                    <a:pt x="88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grpSp>
        <p:nvGrpSpPr>
          <p:cNvPr id="56" name="Grupo 336">
            <a:extLst>
              <a:ext uri="{EADDEC4B-6969-4D3D-BC7F-FDDFAE6C7F7E}">
                <a16:creationId xmlns:a16="http://schemas.microsoft.com/office/drawing/2010/main" id="{78FAD610-9197-4DBE-BA93-41B0F645FAEC}"/>
              </a:ext>
            </a:extLst>
          </p:cNvPr>
          <p:cNvGrpSpPr/>
          <p:nvPr/>
        </p:nvGrpSpPr>
        <p:grpSpPr>
          <a:xfrm rot="0">
            <a:off x="7719871" y="2546623"/>
            <a:ext cx="242988" cy="245493"/>
            <a:chOff x="6418896" y="262254"/>
            <a:chExt cx="431223" cy="435669"/>
          </a:xfrm>
          <a:solidFill>
            <a:schemeClr val="bg1"/>
          </a:solidFill>
        </p:grpSpPr>
        <p:sp>
          <p:nvSpPr>
            <p:cNvPr id="57" name="Freeform 6531">
              <a:extLst>
                <a:ext uri="{4A0759B5-2840-49D0-AE8E-CB924D465F0B}">
                  <a16:creationId xmlns:a16="http://schemas.microsoft.com/office/drawing/2010/main" id="{225542FA-52E8-4087-835B-701A0C475DBF}"/>
                </a:ext>
              </a:extLst>
            </p:cNvPr>
            <p:cNvSpPr/>
            <p:nvPr/>
          </p:nvSpPr>
          <p:spPr>
            <a:xfrm rot="0">
              <a:off x="6578936" y="262254"/>
              <a:ext cx="271182" cy="37046"/>
            </a:xfrm>
            <a:custGeom>
              <a:avLst/>
              <a:gdLst/>
              <a:ahLst/>
              <a:cxnLst/>
              <a:rect b="b" l="0" r="r" t="0"/>
              <a:pathLst>
                <a:path h="37047" w="271182">
                  <a:moveTo>
                    <a:pt x="17782" y="0"/>
                  </a:moveTo>
                  <a:lnTo>
                    <a:pt x="250436" y="0"/>
                  </a:lnTo>
                  <a:lnTo>
                    <a:pt x="257845" y="1482"/>
                  </a:lnTo>
                  <a:lnTo>
                    <a:pt x="263773" y="4446"/>
                  </a:lnTo>
                  <a:lnTo>
                    <a:pt x="268218" y="10373"/>
                  </a:lnTo>
                  <a:lnTo>
                    <a:pt x="271182" y="17783"/>
                  </a:lnTo>
                  <a:lnTo>
                    <a:pt x="268218" y="26674"/>
                  </a:lnTo>
                  <a:lnTo>
                    <a:pt x="263773" y="32601"/>
                  </a:lnTo>
                  <a:lnTo>
                    <a:pt x="257845" y="35565"/>
                  </a:lnTo>
                  <a:lnTo>
                    <a:pt x="250436" y="37047"/>
                  </a:lnTo>
                  <a:lnTo>
                    <a:pt x="17782" y="37047"/>
                  </a:lnTo>
                  <a:lnTo>
                    <a:pt x="10373" y="35565"/>
                  </a:lnTo>
                  <a:lnTo>
                    <a:pt x="4446" y="32601"/>
                  </a:lnTo>
                  <a:lnTo>
                    <a:pt x="0" y="26674"/>
                  </a:lnTo>
                  <a:lnTo>
                    <a:pt x="0" y="17783"/>
                  </a:lnTo>
                  <a:lnTo>
                    <a:pt x="0" y="10373"/>
                  </a:lnTo>
                  <a:lnTo>
                    <a:pt x="4446" y="4446"/>
                  </a:lnTo>
                  <a:lnTo>
                    <a:pt x="10373" y="1482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58" name="Freeform 6532">
              <a:extLst>
                <a:ext uri="{0C44F7A5-F131-4778-B676-D76BC7DF7AFA}">
                  <a16:creationId xmlns:a16="http://schemas.microsoft.com/office/drawing/2010/main" id="{C89777ED-2C2A-4731-BD9B-23DF91BDDBDF}"/>
                </a:ext>
              </a:extLst>
            </p:cNvPr>
            <p:cNvSpPr/>
            <p:nvPr/>
          </p:nvSpPr>
          <p:spPr>
            <a:xfrm rot="0">
              <a:off x="6578936" y="361539"/>
              <a:ext cx="271182" cy="38528"/>
            </a:xfrm>
            <a:custGeom>
              <a:avLst/>
              <a:gdLst/>
              <a:ahLst/>
              <a:cxnLst/>
              <a:rect b="b" l="0" r="r" t="0"/>
              <a:pathLst>
                <a:path h="38529" w="271182">
                  <a:moveTo>
                    <a:pt x="17782" y="0"/>
                  </a:moveTo>
                  <a:lnTo>
                    <a:pt x="250436" y="0"/>
                  </a:lnTo>
                  <a:lnTo>
                    <a:pt x="257845" y="0"/>
                  </a:lnTo>
                  <a:lnTo>
                    <a:pt x="263773" y="4446"/>
                  </a:lnTo>
                  <a:lnTo>
                    <a:pt x="268218" y="11855"/>
                  </a:lnTo>
                  <a:lnTo>
                    <a:pt x="271182" y="17783"/>
                  </a:lnTo>
                  <a:lnTo>
                    <a:pt x="268218" y="26674"/>
                  </a:lnTo>
                  <a:lnTo>
                    <a:pt x="263773" y="31120"/>
                  </a:lnTo>
                  <a:lnTo>
                    <a:pt x="257845" y="35565"/>
                  </a:lnTo>
                  <a:lnTo>
                    <a:pt x="250436" y="38529"/>
                  </a:lnTo>
                  <a:lnTo>
                    <a:pt x="17782" y="38529"/>
                  </a:lnTo>
                  <a:lnTo>
                    <a:pt x="10373" y="35565"/>
                  </a:lnTo>
                  <a:lnTo>
                    <a:pt x="4446" y="31120"/>
                  </a:lnTo>
                  <a:lnTo>
                    <a:pt x="0" y="26674"/>
                  </a:lnTo>
                  <a:lnTo>
                    <a:pt x="0" y="17783"/>
                  </a:lnTo>
                  <a:lnTo>
                    <a:pt x="0" y="11855"/>
                  </a:lnTo>
                  <a:lnTo>
                    <a:pt x="4446" y="4446"/>
                  </a:lnTo>
                  <a:lnTo>
                    <a:pt x="10373" y="0"/>
                  </a:lnTo>
                  <a:lnTo>
                    <a:pt x="177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59" name="Freeform 6533">
              <a:extLst>
                <a:ext uri="{C6E5711D-9403-44D6-AC63-743374ABE279}">
                  <a16:creationId xmlns:a16="http://schemas.microsoft.com/office/drawing/2010/main" id="{70828310-7CBC-4855-8DD2-7D3146F4137E}"/>
                </a:ext>
              </a:extLst>
            </p:cNvPr>
            <p:cNvSpPr/>
            <p:nvPr/>
          </p:nvSpPr>
          <p:spPr>
            <a:xfrm rot="0">
              <a:off x="6418896" y="462306"/>
              <a:ext cx="431223" cy="38528"/>
            </a:xfrm>
            <a:custGeom>
              <a:avLst/>
              <a:gdLst/>
              <a:ahLst/>
              <a:cxnLst/>
              <a:rect b="b" l="0" r="r" t="0"/>
              <a:pathLst>
                <a:path h="38529" w="431223">
                  <a:moveTo>
                    <a:pt x="19264" y="0"/>
                  </a:moveTo>
                  <a:lnTo>
                    <a:pt x="410477" y="0"/>
                  </a:lnTo>
                  <a:lnTo>
                    <a:pt x="417886" y="0"/>
                  </a:lnTo>
                  <a:lnTo>
                    <a:pt x="423814" y="4446"/>
                  </a:lnTo>
                  <a:lnTo>
                    <a:pt x="428259" y="11855"/>
                  </a:lnTo>
                  <a:lnTo>
                    <a:pt x="431223" y="17783"/>
                  </a:lnTo>
                  <a:lnTo>
                    <a:pt x="428259" y="26674"/>
                  </a:lnTo>
                  <a:lnTo>
                    <a:pt x="423814" y="31120"/>
                  </a:lnTo>
                  <a:lnTo>
                    <a:pt x="417886" y="35565"/>
                  </a:lnTo>
                  <a:lnTo>
                    <a:pt x="410477" y="38529"/>
                  </a:lnTo>
                  <a:lnTo>
                    <a:pt x="19264" y="38529"/>
                  </a:lnTo>
                  <a:lnTo>
                    <a:pt x="10373" y="35565"/>
                  </a:lnTo>
                  <a:lnTo>
                    <a:pt x="4446" y="31120"/>
                  </a:lnTo>
                  <a:lnTo>
                    <a:pt x="1482" y="26674"/>
                  </a:lnTo>
                  <a:lnTo>
                    <a:pt x="0" y="17783"/>
                  </a:lnTo>
                  <a:lnTo>
                    <a:pt x="1482" y="11855"/>
                  </a:lnTo>
                  <a:lnTo>
                    <a:pt x="4446" y="4446"/>
                  </a:lnTo>
                  <a:lnTo>
                    <a:pt x="10373" y="0"/>
                  </a:lnTo>
                  <a:lnTo>
                    <a:pt x="19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60" name="Freeform 6534">
              <a:extLst>
                <a:ext uri="{D0370FB9-38A7-4FA1-B7DB-3C80447E580E}">
                  <a16:creationId xmlns:a16="http://schemas.microsoft.com/office/drawing/2010/main" id="{E9C261D5-2D3E-4AFD-BD0A-6CED3FC82FD6}"/>
                </a:ext>
              </a:extLst>
            </p:cNvPr>
            <p:cNvSpPr/>
            <p:nvPr/>
          </p:nvSpPr>
          <p:spPr>
            <a:xfrm rot="0">
              <a:off x="6418896" y="563072"/>
              <a:ext cx="431223" cy="37046"/>
            </a:xfrm>
            <a:custGeom>
              <a:avLst/>
              <a:gdLst/>
              <a:ahLst/>
              <a:cxnLst/>
              <a:rect b="b" l="0" r="r" t="0"/>
              <a:pathLst>
                <a:path h="37047" w="431223">
                  <a:moveTo>
                    <a:pt x="19264" y="0"/>
                  </a:moveTo>
                  <a:lnTo>
                    <a:pt x="410477" y="0"/>
                  </a:lnTo>
                  <a:lnTo>
                    <a:pt x="417886" y="0"/>
                  </a:lnTo>
                  <a:lnTo>
                    <a:pt x="423814" y="4446"/>
                  </a:lnTo>
                  <a:lnTo>
                    <a:pt x="428259" y="10373"/>
                  </a:lnTo>
                  <a:lnTo>
                    <a:pt x="431223" y="17783"/>
                  </a:lnTo>
                  <a:lnTo>
                    <a:pt x="428259" y="23710"/>
                  </a:lnTo>
                  <a:lnTo>
                    <a:pt x="423814" y="31119"/>
                  </a:lnTo>
                  <a:lnTo>
                    <a:pt x="417886" y="35565"/>
                  </a:lnTo>
                  <a:lnTo>
                    <a:pt x="410477" y="37047"/>
                  </a:lnTo>
                  <a:lnTo>
                    <a:pt x="19264" y="37047"/>
                  </a:lnTo>
                  <a:lnTo>
                    <a:pt x="10373" y="35565"/>
                  </a:lnTo>
                  <a:lnTo>
                    <a:pt x="4446" y="31119"/>
                  </a:lnTo>
                  <a:lnTo>
                    <a:pt x="1482" y="23710"/>
                  </a:lnTo>
                  <a:lnTo>
                    <a:pt x="0" y="17783"/>
                  </a:lnTo>
                  <a:lnTo>
                    <a:pt x="1482" y="10373"/>
                  </a:lnTo>
                  <a:lnTo>
                    <a:pt x="4446" y="4446"/>
                  </a:lnTo>
                  <a:lnTo>
                    <a:pt x="10373" y="0"/>
                  </a:lnTo>
                  <a:lnTo>
                    <a:pt x="19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61" name="Freeform 6535">
              <a:extLst>
                <a:ext uri="{9AB1D17C-E0C9-419E-8CAF-40512E1DFD0D}">
                  <a16:creationId xmlns:a16="http://schemas.microsoft.com/office/drawing/2010/main" id="{4A2CCD04-D999-4F0D-8944-7C76C7F19C52}"/>
                </a:ext>
              </a:extLst>
            </p:cNvPr>
            <p:cNvSpPr/>
            <p:nvPr/>
          </p:nvSpPr>
          <p:spPr>
            <a:xfrm rot="0">
              <a:off x="6418896" y="660876"/>
              <a:ext cx="431223" cy="37046"/>
            </a:xfrm>
            <a:custGeom>
              <a:avLst/>
              <a:gdLst/>
              <a:ahLst/>
              <a:cxnLst/>
              <a:rect b="b" l="0" r="r" t="0"/>
              <a:pathLst>
                <a:path h="37047" w="431223">
                  <a:moveTo>
                    <a:pt x="19264" y="0"/>
                  </a:moveTo>
                  <a:lnTo>
                    <a:pt x="410477" y="0"/>
                  </a:lnTo>
                  <a:lnTo>
                    <a:pt x="417886" y="1482"/>
                  </a:lnTo>
                  <a:lnTo>
                    <a:pt x="423814" y="5928"/>
                  </a:lnTo>
                  <a:lnTo>
                    <a:pt x="428259" y="13337"/>
                  </a:lnTo>
                  <a:lnTo>
                    <a:pt x="431223" y="19264"/>
                  </a:lnTo>
                  <a:lnTo>
                    <a:pt x="428259" y="26674"/>
                  </a:lnTo>
                  <a:lnTo>
                    <a:pt x="423814" y="32601"/>
                  </a:lnTo>
                  <a:lnTo>
                    <a:pt x="417886" y="37047"/>
                  </a:lnTo>
                  <a:lnTo>
                    <a:pt x="410477" y="37047"/>
                  </a:lnTo>
                  <a:lnTo>
                    <a:pt x="19264" y="37047"/>
                  </a:lnTo>
                  <a:lnTo>
                    <a:pt x="10373" y="37047"/>
                  </a:lnTo>
                  <a:lnTo>
                    <a:pt x="4446" y="32601"/>
                  </a:lnTo>
                  <a:lnTo>
                    <a:pt x="1482" y="26674"/>
                  </a:lnTo>
                  <a:lnTo>
                    <a:pt x="0" y="19264"/>
                  </a:lnTo>
                  <a:lnTo>
                    <a:pt x="1482" y="13337"/>
                  </a:lnTo>
                  <a:lnTo>
                    <a:pt x="4446" y="5928"/>
                  </a:lnTo>
                  <a:lnTo>
                    <a:pt x="10373" y="1482"/>
                  </a:lnTo>
                  <a:lnTo>
                    <a:pt x="19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62" name="Freeform 6536">
              <a:extLst>
                <a:ext uri="{0F370EC6-84BA-40DB-94FD-3CB2C5AA0714}">
                  <a16:creationId xmlns:a16="http://schemas.microsoft.com/office/drawing/2010/main" id="{5AFE31B8-1AA5-497E-AA9D-A69BA83787F5}"/>
                </a:ext>
              </a:extLst>
            </p:cNvPr>
            <p:cNvSpPr/>
            <p:nvPr/>
          </p:nvSpPr>
          <p:spPr>
            <a:xfrm rot="0">
              <a:off x="6418896" y="262254"/>
              <a:ext cx="139295" cy="161523"/>
            </a:xfrm>
            <a:custGeom>
              <a:avLst/>
              <a:gdLst/>
              <a:ahLst/>
              <a:cxnLst/>
              <a:rect b="b" l="0" r="r" t="0"/>
              <a:pathLst>
                <a:path h="161524" w="139295">
                  <a:moveTo>
                    <a:pt x="68166" y="0"/>
                  </a:moveTo>
                  <a:lnTo>
                    <a:pt x="77057" y="1482"/>
                  </a:lnTo>
                  <a:lnTo>
                    <a:pt x="81502" y="4446"/>
                  </a:lnTo>
                  <a:lnTo>
                    <a:pt x="85948" y="10373"/>
                  </a:lnTo>
                  <a:lnTo>
                    <a:pt x="137813" y="134850"/>
                  </a:lnTo>
                  <a:lnTo>
                    <a:pt x="139295" y="142260"/>
                  </a:lnTo>
                  <a:lnTo>
                    <a:pt x="137813" y="148187"/>
                  </a:lnTo>
                  <a:lnTo>
                    <a:pt x="134849" y="152633"/>
                  </a:lnTo>
                  <a:lnTo>
                    <a:pt x="133368" y="157078"/>
                  </a:lnTo>
                  <a:lnTo>
                    <a:pt x="125958" y="160042"/>
                  </a:lnTo>
                  <a:lnTo>
                    <a:pt x="120031" y="161524"/>
                  </a:lnTo>
                  <a:lnTo>
                    <a:pt x="115585" y="161524"/>
                  </a:lnTo>
                  <a:lnTo>
                    <a:pt x="108176" y="160042"/>
                  </a:lnTo>
                  <a:lnTo>
                    <a:pt x="103730" y="155597"/>
                  </a:lnTo>
                  <a:lnTo>
                    <a:pt x="102248" y="151151"/>
                  </a:lnTo>
                  <a:lnTo>
                    <a:pt x="68166" y="68166"/>
                  </a:lnTo>
                  <a:lnTo>
                    <a:pt x="35565" y="151151"/>
                  </a:lnTo>
                  <a:lnTo>
                    <a:pt x="32601" y="155597"/>
                  </a:lnTo>
                  <a:lnTo>
                    <a:pt x="28155" y="160042"/>
                  </a:lnTo>
                  <a:lnTo>
                    <a:pt x="23710" y="161524"/>
                  </a:lnTo>
                  <a:lnTo>
                    <a:pt x="17782" y="161524"/>
                  </a:lnTo>
                  <a:lnTo>
                    <a:pt x="10373" y="160042"/>
                  </a:lnTo>
                  <a:lnTo>
                    <a:pt x="5927" y="157078"/>
                  </a:lnTo>
                  <a:lnTo>
                    <a:pt x="1482" y="152633"/>
                  </a:lnTo>
                  <a:lnTo>
                    <a:pt x="0" y="148187"/>
                  </a:lnTo>
                  <a:lnTo>
                    <a:pt x="0" y="142260"/>
                  </a:lnTo>
                  <a:lnTo>
                    <a:pt x="1482" y="134850"/>
                  </a:lnTo>
                  <a:lnTo>
                    <a:pt x="50383" y="10373"/>
                  </a:lnTo>
                  <a:lnTo>
                    <a:pt x="54829" y="4446"/>
                  </a:lnTo>
                  <a:lnTo>
                    <a:pt x="62238" y="1482"/>
                  </a:lnTo>
                  <a:lnTo>
                    <a:pt x="681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63" name="Freeform 6537">
              <a:extLst>
                <a:ext uri="{3D55CE29-3B65-4653-840C-9CF6439E7B35}">
                  <a16:creationId xmlns:a16="http://schemas.microsoft.com/office/drawing/2010/main" id="{BD45929B-F127-441D-B4E1-7F78FBD4210B}"/>
                </a:ext>
              </a:extLst>
            </p:cNvPr>
            <p:cNvSpPr/>
            <p:nvPr/>
          </p:nvSpPr>
          <p:spPr>
            <a:xfrm rot="0">
              <a:off x="6432232" y="361539"/>
              <a:ext cx="103731" cy="38528"/>
            </a:xfrm>
            <a:custGeom>
              <a:avLst/>
              <a:gdLst/>
              <a:ahLst/>
              <a:cxnLst/>
              <a:rect b="b" l="0" r="r" t="0"/>
              <a:pathLst>
                <a:path h="38529" w="103731">
                  <a:moveTo>
                    <a:pt x="19264" y="0"/>
                  </a:moveTo>
                  <a:lnTo>
                    <a:pt x="85949" y="0"/>
                  </a:lnTo>
                  <a:lnTo>
                    <a:pt x="93358" y="0"/>
                  </a:lnTo>
                  <a:lnTo>
                    <a:pt x="99285" y="4446"/>
                  </a:lnTo>
                  <a:lnTo>
                    <a:pt x="103731" y="11855"/>
                  </a:lnTo>
                  <a:lnTo>
                    <a:pt x="103731" y="17783"/>
                  </a:lnTo>
                  <a:lnTo>
                    <a:pt x="103731" y="26674"/>
                  </a:lnTo>
                  <a:lnTo>
                    <a:pt x="99285" y="31120"/>
                  </a:lnTo>
                  <a:lnTo>
                    <a:pt x="93358" y="35565"/>
                  </a:lnTo>
                  <a:lnTo>
                    <a:pt x="85949" y="38529"/>
                  </a:lnTo>
                  <a:lnTo>
                    <a:pt x="19264" y="38529"/>
                  </a:lnTo>
                  <a:lnTo>
                    <a:pt x="10373" y="35565"/>
                  </a:lnTo>
                  <a:lnTo>
                    <a:pt x="5927" y="31120"/>
                  </a:lnTo>
                  <a:lnTo>
                    <a:pt x="1482" y="26674"/>
                  </a:lnTo>
                  <a:lnTo>
                    <a:pt x="0" y="17783"/>
                  </a:lnTo>
                  <a:lnTo>
                    <a:pt x="1482" y="11855"/>
                  </a:lnTo>
                  <a:lnTo>
                    <a:pt x="5927" y="4446"/>
                  </a:lnTo>
                  <a:lnTo>
                    <a:pt x="10373" y="0"/>
                  </a:lnTo>
                  <a:lnTo>
                    <a:pt x="192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sp>
        <p:nvSpPr>
          <p:cNvPr id="64" name="TextBox 87">
            <a:extLst>
              <a:ext uri="{288338BA-E8BC-4433-AA3E-51D7FC17B5AB}">
                <a16:creationId xmlns:a16="http://schemas.microsoft.com/office/drawing/2010/main" id="{2B1B78D0-5AE6-48C7-A762-96CA1987E1CD}"/>
              </a:ext>
            </a:extLst>
          </p:cNvPr>
          <p:cNvSpPr txBox="1"/>
          <p:nvPr userDrawn="1"/>
        </p:nvSpPr>
        <p:spPr>
          <a:xfrm rot="0">
            <a:off x="1100388" y="1906382"/>
            <a:ext cx="404560" cy="215312"/>
          </a:xfrm>
          <a:prstGeom prst="rect">
            <a:avLst/>
          </a:prstGeom>
          <a:solidFill>
            <a:schemeClr val="bg1"/>
          </a:solidFill>
        </p:spPr>
        <p:txBody>
          <a:bodyPr bIns="0" lIns="0" rIns="0" rtlCol="0" tIns="0" wrap="square">
            <a:noAutofit/>
          </a:bodyPr>
          <a:lstStyle/>
          <a:p>
            <a:pPr algn="ctr" indent="0" lvl="0" marL="0" marR="0" rtl="fals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0" cap="none" dirty="0" i="0" lang="en-US" spc="0" strike="noStrike" sz="2800" u="none">
                <a:ln>
                  <a:noFill/>
                </a:ln>
                <a:solidFill>
                  <a:schemeClr val="accent1"/>
                </a:solidFill>
                <a:latin typeface="Source Sans Pro"/>
              </a:rPr>
              <a:t>01</a:t>
            </a:r>
            <a:endParaRPr b="1" baseline="0" cap="none" dirty="0" i="0" lang="en-US" spc="0" strike="noStrike" sz="2800" u="none">
              <a:ln>
                <a:noFill/>
              </a:ln>
              <a:solidFill>
                <a:schemeClr val="accent1"/>
              </a:solidFill>
              <a:latin typeface="Source Sans Pro"/>
            </a:endParaRPr>
          </a:p>
        </p:txBody>
      </p:sp>
      <p:sp>
        <p:nvSpPr>
          <p:cNvPr id="65" name="TextBox 92">
            <a:extLst>
              <a:ext uri="{60A54C7B-9D01-47B2-98E5-F6CF05E175A6}">
                <a16:creationId xmlns:a16="http://schemas.microsoft.com/office/drawing/2010/main" id="{B07E6273-A6E7-4850-A326-35C102704428}"/>
              </a:ext>
            </a:extLst>
          </p:cNvPr>
          <p:cNvSpPr txBox="1"/>
          <p:nvPr userDrawn="1"/>
        </p:nvSpPr>
        <p:spPr>
          <a:xfrm rot="0">
            <a:off x="2735070" y="1906382"/>
            <a:ext cx="404560" cy="215312"/>
          </a:xfrm>
          <a:prstGeom prst="rect">
            <a:avLst/>
          </a:prstGeom>
          <a:solidFill>
            <a:schemeClr val="bg1"/>
          </a:solidFill>
        </p:spPr>
        <p:txBody>
          <a:bodyPr bIns="0" lIns="0" rIns="0" rtlCol="0" tIns="0" wrap="square">
            <a:noAutofit/>
          </a:bodyPr>
          <a:lstStyle/>
          <a:p>
            <a:pPr algn="ctr" indent="0" lvl="0" marL="0" marR="0" rtl="fals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0" cap="none" dirty="0" i="0" lang="en-US" spc="0" strike="noStrike" sz="2800" u="none">
                <a:ln>
                  <a:noFill/>
                </a:ln>
                <a:solidFill>
                  <a:schemeClr val="accent2"/>
                </a:solidFill>
                <a:latin typeface="Source Sans Pro"/>
              </a:rPr>
              <a:t>02</a:t>
            </a:r>
            <a:endParaRPr b="1" baseline="0" cap="none" dirty="0" i="0" lang="en-US" spc="0" strike="noStrike" sz="2800" u="none">
              <a:ln>
                <a:noFill/>
              </a:ln>
              <a:solidFill>
                <a:schemeClr val="accent2"/>
              </a:solidFill>
              <a:latin typeface="Source Sans Pro"/>
            </a:endParaRPr>
          </a:p>
        </p:txBody>
      </p:sp>
      <p:sp>
        <p:nvSpPr>
          <p:cNvPr id="66" name="TextBox 93">
            <a:extLst>
              <a:ext uri="{1D5AA556-25C5-4E79-AAA2-FB924FD94844}">
                <a16:creationId xmlns:a16="http://schemas.microsoft.com/office/drawing/2010/main" id="{418BD743-0589-4E35-8011-B7F8058B67F4}"/>
              </a:ext>
            </a:extLst>
          </p:cNvPr>
          <p:cNvSpPr txBox="1"/>
          <p:nvPr userDrawn="1"/>
        </p:nvSpPr>
        <p:spPr>
          <a:xfrm rot="0">
            <a:off x="4369688" y="1906382"/>
            <a:ext cx="404560" cy="215312"/>
          </a:xfrm>
          <a:prstGeom prst="rect">
            <a:avLst/>
          </a:prstGeom>
          <a:solidFill>
            <a:schemeClr val="bg1"/>
          </a:solidFill>
        </p:spPr>
        <p:txBody>
          <a:bodyPr bIns="0" lIns="0" rIns="0" rtlCol="0" tIns="0" wrap="square">
            <a:noAutofit/>
          </a:bodyPr>
          <a:lstStyle/>
          <a:p>
            <a:pPr algn="ctr" indent="0" lvl="0" marL="0" marR="0" rtl="fals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0" cap="none" dirty="0" i="0" lang="en-US" spc="0" strike="noStrike" sz="2800" u="none">
                <a:ln>
                  <a:noFill/>
                </a:ln>
                <a:solidFill>
                  <a:schemeClr val="accent1"/>
                </a:solidFill>
                <a:latin typeface="Source Sans Pro"/>
              </a:rPr>
              <a:t>03</a:t>
            </a:r>
            <a:endParaRPr b="1" baseline="0" cap="none" dirty="0" i="0" lang="en-US" spc="0" strike="noStrike" sz="2800" u="none">
              <a:ln>
                <a:noFill/>
              </a:ln>
              <a:solidFill>
                <a:schemeClr val="accent1"/>
              </a:solidFill>
              <a:latin typeface="Source Sans Pro"/>
            </a:endParaRPr>
          </a:p>
        </p:txBody>
      </p:sp>
      <p:sp>
        <p:nvSpPr>
          <p:cNvPr id="67" name="TextBox 94">
            <a:extLst>
              <a:ext uri="{E8847E6B-CDB3-4EDB-854C-4AA2CFF23B09}">
                <a16:creationId xmlns:a16="http://schemas.microsoft.com/office/drawing/2010/main" id="{3FC167F2-2118-444C-86CA-20E0ACC7A4B3}"/>
              </a:ext>
            </a:extLst>
          </p:cNvPr>
          <p:cNvSpPr txBox="1"/>
          <p:nvPr userDrawn="1"/>
        </p:nvSpPr>
        <p:spPr>
          <a:xfrm rot="0">
            <a:off x="5997291" y="1906382"/>
            <a:ext cx="404560" cy="215312"/>
          </a:xfrm>
          <a:prstGeom prst="rect">
            <a:avLst/>
          </a:prstGeom>
          <a:solidFill>
            <a:schemeClr val="bg1"/>
          </a:solidFill>
        </p:spPr>
        <p:txBody>
          <a:bodyPr bIns="0" lIns="0" rIns="0" rtlCol="0" tIns="0" wrap="square">
            <a:noAutofit/>
          </a:bodyPr>
          <a:lstStyle/>
          <a:p>
            <a:pPr algn="ctr" indent="0" lvl="0" marL="0" marR="0" rtl="fals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0" cap="none" dirty="0" i="0" lang="en-US" spc="0" strike="noStrike" sz="2800" u="none">
                <a:ln>
                  <a:noFill/>
                </a:ln>
                <a:solidFill>
                  <a:schemeClr val="accent2"/>
                </a:solidFill>
                <a:latin typeface="Source Sans Pro"/>
              </a:rPr>
              <a:t>04</a:t>
            </a:r>
            <a:endParaRPr b="1" baseline="0" cap="none" dirty="0" i="0" lang="en-US" spc="0" strike="noStrike" sz="2800" u="none">
              <a:ln>
                <a:noFill/>
              </a:ln>
              <a:solidFill>
                <a:schemeClr val="accent2"/>
              </a:solidFill>
              <a:latin typeface="Source Sans Pro"/>
            </a:endParaRPr>
          </a:p>
        </p:txBody>
      </p:sp>
      <p:sp>
        <p:nvSpPr>
          <p:cNvPr id="68" name="TextBox 95">
            <a:extLst>
              <a:ext uri="{9A556801-E4A6-45AE-85BA-4971D55A4429}">
                <a16:creationId xmlns:a16="http://schemas.microsoft.com/office/drawing/2010/main" id="{382F4E7D-38C0-494E-B58F-DAD61F2EA471}"/>
              </a:ext>
            </a:extLst>
          </p:cNvPr>
          <p:cNvSpPr txBox="1"/>
          <p:nvPr userDrawn="1"/>
        </p:nvSpPr>
        <p:spPr>
          <a:xfrm rot="0">
            <a:off x="7639051" y="1906382"/>
            <a:ext cx="404560" cy="215312"/>
          </a:xfrm>
          <a:prstGeom prst="rect">
            <a:avLst/>
          </a:prstGeom>
          <a:solidFill>
            <a:schemeClr val="bg1"/>
          </a:solidFill>
        </p:spPr>
        <p:txBody>
          <a:bodyPr bIns="0" lIns="0" rIns="0" rtlCol="0" tIns="0" wrap="square">
            <a:noAutofit/>
          </a:bodyPr>
          <a:lstStyle/>
          <a:p>
            <a:pPr algn="ctr" indent="0" lvl="0" marL="0" marR="0" rtl="fals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0" cap="none" dirty="0" i="0" lang="en-US" spc="0" strike="noStrike" sz="2800" u="none">
                <a:ln>
                  <a:noFill/>
                </a:ln>
                <a:solidFill>
                  <a:schemeClr val="accent1"/>
                </a:solidFill>
                <a:latin typeface="Source Sans Pro"/>
              </a:rPr>
              <a:t>05</a:t>
            </a:r>
            <a:endParaRPr b="1" baseline="0" cap="none" dirty="0" i="0" lang="en-US" spc="0" strike="noStrike" sz="2800" u="none">
              <a:ln>
                <a:noFill/>
              </a:ln>
              <a:solidFill>
                <a:schemeClr val="accent1"/>
              </a:solidFill>
              <a:latin typeface="Source Sans Pro"/>
            </a:endParaRPr>
          </a:p>
        </p:txBody>
      </p:sp>
      <p:sp>
        <p:nvSpPr>
          <p:cNvPr hidden="false" id="69" name="Title 1">
            <a:extLst>
              <a:ext uri="{66D9F384-DBFD-4B62-8F6E-15B9779CA8E6}">
                <a16:creationId xmlns:a16="http://schemas.microsoft.com/office/drawing/2010/main" id="{1386E2EF-7582-4810-9D85-C34C6BFEFB98}"/>
              </a:ext>
            </a:extLst>
          </p:cNvPr>
          <p:cNvSpPr>
            <a:spLocks noGrp="true"/>
          </p:cNvSpPr>
          <p:nvPr>
            <p:ph idx="5" type="title"/>
          </p:nvPr>
        </p:nvSpPr>
        <p:spPr>
          <a:xfrm rot="0">
            <a:off x="333375" y="476250"/>
            <a:ext cx="8477250" cy="476250"/>
          </a:xfrm>
        </p:spPr>
        <p:txBody>
          <a:bodyPr anchor="b" rtlCol="0">
            <a:noAutofit/>
          </a:bodyPr>
          <a:lstStyle>
            <a:lvl1pPr lvl="0">
              <a:defRPr baseline="0" dirty="0" lang="en-US" sz="2800">
                <a:solidFill>
                  <a:schemeClr val="bg1"/>
                </a:solidFill>
              </a:defRPr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70" name="Slide Number Placeholder 1">
            <a:extLst>
              <a:ext uri="{8EFACF46-2DF5-47EB-8AB5-796CC3668D61}">
                <a16:creationId xmlns:a16="http://schemas.microsoft.com/office/drawing/2010/main" id="{934C809F-60C3-49F6-BD00-F236E1AC2392}"/>
              </a:ext>
            </a:extLst>
          </p:cNvPr>
          <p:cNvSpPr>
            <a:spLocks noGrp="true"/>
          </p:cNvSpPr>
          <p:nvPr>
            <p:ph idx="6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68410F62-F22A-47A0-B1CE-8C5AAACB235E}" type="slidenum"/>
            <a:endParaRPr dirty="0" lang="en-US"/>
          </a:p>
        </p:txBody>
      </p:sp>
      <p:sp>
        <p:nvSpPr>
          <p:cNvPr hidden="false" id="71" name="Footer Placeholder 1">
            <a:extLst>
              <a:ext uri="{0A94B2B8-64D5-48BE-9873-650120F840E2}">
                <a16:creationId xmlns:a16="http://schemas.microsoft.com/office/drawing/2010/main" id="{6ACF819B-642E-4C10-88C1-E4DF9EE58F86}"/>
              </a:ext>
            </a:extLst>
          </p:cNvPr>
          <p:cNvSpPr>
            <a:spLocks noGrp="true"/>
          </p:cNvSpPr>
          <p:nvPr>
            <p:ph idx="7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 Message</a:t>
            </a:r>
            <a:endParaRPr dirty="0" lang="en-US"/>
          </a:p>
        </p:txBody>
      </p:sp>
      <p:sp>
        <p:nvSpPr>
          <p:cNvPr hidden="false" id="72" name="Date Placeholder 1">
            <a:extLst>
              <a:ext uri="{A8CD6839-ADBE-4265-B9D6-EEB46F2386F5}">
                <a16:creationId xmlns:a16="http://schemas.microsoft.com/office/drawing/2010/main" id="{548D1ECC-DF29-4051-AC5F-45FF922389B0}"/>
              </a:ext>
            </a:extLst>
          </p:cNvPr>
          <p:cNvSpPr>
            <a:spLocks noGrp="true"/>
          </p:cNvSpPr>
          <p:nvPr>
            <p:ph idx="8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8407BD7D-E359-4595-A53A-71EF2C6A10A6}" type="datetime4">
              <a:t>May 5, 2025</a:t>
            </a:fld>
            <a:endParaRPr dirty="0" lang="en-US"/>
          </a:p>
        </p:txBody>
      </p:sp>
    </p:spTree>
    <p:extLst>
      <p:ext uri="{B559E3FD-D90B-4F97-BD11-0501CA88657E}">
        <p14:creationId xmlns:p14="http://schemas.microsoft.com/office/powerpoint/2010/main" val="1746389016638"/>
      </p:ext>
    </p:extLst>
  </p:cSld>
  <p:clrMapOvr>
    <a:masterClrMapping/>
  </p:clrMapOvr>
</p:sldLayout>
</file>

<file path=ppt/slideLayouts/slideLayout1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9042C9C8-19AD-4E7A-A329-034E892EB28F}">
                <a16:creationId xmlns:a16="http://schemas.microsoft.com/office/drawing/2010/main" id="{1A549B34-9F1C-40E8-884D-1E60FE7ACA8F}"/>
              </a:ext>
            </a:extLst>
          </p:cNvPr>
          <p:cNvSpPr/>
          <p:nvPr userDrawn="1"/>
        </p:nvSpPr>
        <p:spPr>
          <a:xfrm rot="0">
            <a:off x="134549" y="134999"/>
            <a:ext cx="6180449" cy="4873499"/>
          </a:xfrm>
          <a:custGeom>
            <a:avLst/>
            <a:gdLst/>
            <a:ahLst/>
            <a:cxnLst/>
            <a:rect b="b" l="0" r="r" t="0"/>
            <a:pathLst>
              <a:path h="6498000" w="8240599">
                <a:moveTo>
                  <a:pt x="0" y="0"/>
                </a:moveTo>
                <a:lnTo>
                  <a:pt x="8240600" y="0"/>
                </a:lnTo>
                <a:lnTo>
                  <a:pt x="5986892" y="6498000"/>
                </a:lnTo>
                <a:lnTo>
                  <a:pt x="0" y="6498000"/>
                </a:lnTo>
                <a:close/>
              </a:path>
            </a:pathLst>
          </a:cu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hidden="false" id="3" name="Text Placeholder 7">
            <a:extLst>
              <a:ext uri="{1998EBE3-837C-400A-910C-A99974162D8E}">
                <a16:creationId xmlns:a16="http://schemas.microsoft.com/office/drawing/2010/main" id="{612C129F-A414-4B98-AD30-C49227E0FCF6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1405013" y="1428559"/>
            <a:ext cx="3570103" cy="295275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chemeClr val="bg1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4" name="Forma livre: Forma 16">
            <a:extLst>
              <a:ext uri="{86F73D38-3505-47F0-A0F0-A150ACF184E8}">
                <a16:creationId xmlns:a16="http://schemas.microsoft.com/office/drawing/2010/main" id="{ABC11892-F101-4B8D-B772-E2E585314410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flipH="true" rot="0">
            <a:off x="4637300" y="134999"/>
            <a:ext cx="4372151" cy="4873499"/>
          </a:xfrm>
          <a:custGeom>
            <a:avLst/>
            <a:gdLst/>
            <a:ahLst/>
            <a:cxnLst/>
            <a:rect b="b" l="0" r="r" t="0"/>
            <a:pathLst>
              <a:path h="6498000" w="5829535">
                <a:moveTo>
                  <a:pt x="3575827" y="0"/>
                </a:moveTo>
                <a:lnTo>
                  <a:pt x="0" y="0"/>
                </a:lnTo>
                <a:lnTo>
                  <a:pt x="0" y="6498000"/>
                </a:lnTo>
                <a:lnTo>
                  <a:pt x="101483" y="6498000"/>
                </a:lnTo>
                <a:lnTo>
                  <a:pt x="101483" y="6297000"/>
                </a:lnTo>
                <a:lnTo>
                  <a:pt x="359108" y="6297000"/>
                </a:lnTo>
                <a:lnTo>
                  <a:pt x="359108" y="6498000"/>
                </a:lnTo>
                <a:lnTo>
                  <a:pt x="5829535" y="6498000"/>
                </a:lnTo>
                <a:close/>
              </a:path>
            </a:pathLst>
          </a:custGeom>
        </p:spPr>
        <p:txBody>
          <a:bodyPr rtlCol="0" wrap="square">
            <a:noAutofit/>
          </a:bodyPr>
          <a:lstStyle>
            <a:lvl1pPr indent="0" lvl="0" marL="0">
              <a:buNone/>
              <a:defRPr dirty="0" lang="en-US" sz="2000">
                <a:solidFill>
                  <a:schemeClr val="bg1"/>
                </a:solidFill>
                <a:latin typeface="Source Sans Pro"/>
              </a:defRPr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5" name="Oval 6">
            <a:extLst>
              <a:ext uri="{4D6ABD0E-EA70-4E3C-B867-452CFD0B985E}">
                <a16:creationId xmlns:a16="http://schemas.microsoft.com/office/drawing/2010/main" id="{5ED7F5CC-BFF2-45E3-9CCD-ADD3762976F1}"/>
              </a:ext>
            </a:extLst>
          </p:cNvPr>
          <p:cNvSpPr/>
          <p:nvPr userDrawn="1"/>
        </p:nvSpPr>
        <p:spPr>
          <a:xfrm rot="0">
            <a:off x="677262" y="1262896"/>
            <a:ext cx="566777" cy="566777"/>
          </a:xfrm>
          <a:prstGeom prst="ellipse">
            <a:avLst/>
          </a:prstGeom>
          <a:solidFill>
            <a:srgbClr val="243e36"/>
          </a:solidFill>
          <a:ln>
            <a:solidFill>
              <a:srgbClr val="c2a83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grpSp>
        <p:nvGrpSpPr>
          <p:cNvPr id="6" name="Grupo 367">
            <a:extLst>
              <a:ext uri="{C16A10D3-49F4-4807-8BE4-47E392119055}">
                <a16:creationId xmlns:a16="http://schemas.microsoft.com/office/drawing/2010/main" id="{22075762-7D9A-43F8-A888-99A307FFDF72}"/>
              </a:ext>
            </a:extLst>
          </p:cNvPr>
          <p:cNvGrpSpPr/>
          <p:nvPr/>
        </p:nvGrpSpPr>
        <p:grpSpPr>
          <a:xfrm rot="0">
            <a:off x="811852" y="1418611"/>
            <a:ext cx="297597" cy="255346"/>
            <a:chOff x="9879051" y="3805394"/>
            <a:chExt cx="480125" cy="411959"/>
          </a:xfrm>
          <a:solidFill>
            <a:srgbClr val="c2a83e"/>
          </a:solidFill>
        </p:grpSpPr>
        <p:sp>
          <p:nvSpPr>
            <p:cNvPr id="7" name="Freeform 6154">
              <a:extLst>
                <a:ext uri="{7A5C0C61-25D3-4140-944D-F490AD339758}">
                  <a16:creationId xmlns:a16="http://schemas.microsoft.com/office/drawing/2010/main" id="{383B8C08-3F6A-4032-BED8-742F52872541}"/>
                </a:ext>
              </a:extLst>
            </p:cNvPr>
            <p:cNvSpPr/>
            <p:nvPr/>
          </p:nvSpPr>
          <p:spPr>
            <a:xfrm rot="0">
              <a:off x="9879051" y="3805394"/>
              <a:ext cx="391213" cy="354166"/>
            </a:xfrm>
            <a:custGeom>
              <a:avLst/>
              <a:gdLst/>
              <a:ahLst/>
              <a:cxnLst/>
              <a:rect b="b" l="0" r="r" t="0"/>
              <a:pathLst>
                <a:path h="354166" w="391213">
                  <a:moveTo>
                    <a:pt x="195607" y="37047"/>
                  </a:moveTo>
                  <a:lnTo>
                    <a:pt x="154114" y="41492"/>
                  </a:lnTo>
                  <a:lnTo>
                    <a:pt x="115586" y="53347"/>
                  </a:lnTo>
                  <a:lnTo>
                    <a:pt x="84466" y="72611"/>
                  </a:lnTo>
                  <a:lnTo>
                    <a:pt x="60757" y="97803"/>
                  </a:lnTo>
                  <a:lnTo>
                    <a:pt x="42974" y="124477"/>
                  </a:lnTo>
                  <a:lnTo>
                    <a:pt x="38529" y="157078"/>
                  </a:lnTo>
                  <a:lnTo>
                    <a:pt x="44456" y="191161"/>
                  </a:lnTo>
                  <a:lnTo>
                    <a:pt x="62238" y="219316"/>
                  </a:lnTo>
                  <a:lnTo>
                    <a:pt x="88912" y="247472"/>
                  </a:lnTo>
                  <a:lnTo>
                    <a:pt x="127441" y="265254"/>
                  </a:lnTo>
                  <a:lnTo>
                    <a:pt x="131886" y="266736"/>
                  </a:lnTo>
                  <a:lnTo>
                    <a:pt x="136332" y="271182"/>
                  </a:lnTo>
                  <a:lnTo>
                    <a:pt x="137814" y="275627"/>
                  </a:lnTo>
                  <a:lnTo>
                    <a:pt x="137814" y="284518"/>
                  </a:lnTo>
                  <a:lnTo>
                    <a:pt x="136332" y="291928"/>
                  </a:lnTo>
                  <a:lnTo>
                    <a:pt x="136332" y="293410"/>
                  </a:lnTo>
                  <a:lnTo>
                    <a:pt x="133368" y="300819"/>
                  </a:lnTo>
                  <a:lnTo>
                    <a:pt x="127441" y="309710"/>
                  </a:lnTo>
                  <a:lnTo>
                    <a:pt x="149669" y="297855"/>
                  </a:lnTo>
                  <a:lnTo>
                    <a:pt x="167451" y="283036"/>
                  </a:lnTo>
                  <a:lnTo>
                    <a:pt x="171897" y="280073"/>
                  </a:lnTo>
                  <a:lnTo>
                    <a:pt x="177824" y="278591"/>
                  </a:lnTo>
                  <a:lnTo>
                    <a:pt x="182270" y="278591"/>
                  </a:lnTo>
                  <a:lnTo>
                    <a:pt x="195607" y="278591"/>
                  </a:lnTo>
                  <a:lnTo>
                    <a:pt x="238581" y="274145"/>
                  </a:lnTo>
                  <a:lnTo>
                    <a:pt x="274146" y="260808"/>
                  </a:lnTo>
                  <a:lnTo>
                    <a:pt x="306747" y="241544"/>
                  </a:lnTo>
                  <a:lnTo>
                    <a:pt x="331938" y="217834"/>
                  </a:lnTo>
                  <a:lnTo>
                    <a:pt x="346757" y="188197"/>
                  </a:lnTo>
                  <a:lnTo>
                    <a:pt x="354166" y="157078"/>
                  </a:lnTo>
                  <a:lnTo>
                    <a:pt x="346757" y="124477"/>
                  </a:lnTo>
                  <a:lnTo>
                    <a:pt x="331938" y="97803"/>
                  </a:lnTo>
                  <a:lnTo>
                    <a:pt x="306747" y="72611"/>
                  </a:lnTo>
                  <a:lnTo>
                    <a:pt x="274146" y="53347"/>
                  </a:lnTo>
                  <a:lnTo>
                    <a:pt x="238581" y="41492"/>
                  </a:lnTo>
                  <a:lnTo>
                    <a:pt x="195607" y="37047"/>
                  </a:lnTo>
                  <a:close/>
                  <a:moveTo>
                    <a:pt x="195607" y="0"/>
                  </a:moveTo>
                  <a:lnTo>
                    <a:pt x="247472" y="4446"/>
                  </a:lnTo>
                  <a:lnTo>
                    <a:pt x="293410" y="19264"/>
                  </a:lnTo>
                  <a:lnTo>
                    <a:pt x="333420" y="45938"/>
                  </a:lnTo>
                  <a:lnTo>
                    <a:pt x="364539" y="77057"/>
                  </a:lnTo>
                  <a:lnTo>
                    <a:pt x="385286" y="115586"/>
                  </a:lnTo>
                  <a:lnTo>
                    <a:pt x="391213" y="157078"/>
                  </a:lnTo>
                  <a:lnTo>
                    <a:pt x="385286" y="200052"/>
                  </a:lnTo>
                  <a:lnTo>
                    <a:pt x="364539" y="237099"/>
                  </a:lnTo>
                  <a:lnTo>
                    <a:pt x="333420" y="269700"/>
                  </a:lnTo>
                  <a:lnTo>
                    <a:pt x="293410" y="293410"/>
                  </a:lnTo>
                  <a:lnTo>
                    <a:pt x="247472" y="309710"/>
                  </a:lnTo>
                  <a:lnTo>
                    <a:pt x="195607" y="315638"/>
                  </a:lnTo>
                  <a:lnTo>
                    <a:pt x="189679" y="315638"/>
                  </a:lnTo>
                  <a:lnTo>
                    <a:pt x="158560" y="336384"/>
                  </a:lnTo>
                  <a:lnTo>
                    <a:pt x="120031" y="349720"/>
                  </a:lnTo>
                  <a:lnTo>
                    <a:pt x="80021" y="354166"/>
                  </a:lnTo>
                  <a:lnTo>
                    <a:pt x="65202" y="354166"/>
                  </a:lnTo>
                  <a:lnTo>
                    <a:pt x="60757" y="351202"/>
                  </a:lnTo>
                  <a:lnTo>
                    <a:pt x="53347" y="349720"/>
                  </a:lnTo>
                  <a:lnTo>
                    <a:pt x="51865" y="345275"/>
                  </a:lnTo>
                  <a:lnTo>
                    <a:pt x="48902" y="337865"/>
                  </a:lnTo>
                  <a:lnTo>
                    <a:pt x="48902" y="331938"/>
                  </a:lnTo>
                  <a:lnTo>
                    <a:pt x="48902" y="327492"/>
                  </a:lnTo>
                  <a:lnTo>
                    <a:pt x="53347" y="320083"/>
                  </a:lnTo>
                  <a:lnTo>
                    <a:pt x="57793" y="318601"/>
                  </a:lnTo>
                  <a:lnTo>
                    <a:pt x="71130" y="311192"/>
                  </a:lnTo>
                  <a:lnTo>
                    <a:pt x="82985" y="302301"/>
                  </a:lnTo>
                  <a:lnTo>
                    <a:pt x="91876" y="291928"/>
                  </a:lnTo>
                  <a:lnTo>
                    <a:pt x="53347" y="266736"/>
                  </a:lnTo>
                  <a:lnTo>
                    <a:pt x="25192" y="232653"/>
                  </a:lnTo>
                  <a:lnTo>
                    <a:pt x="7409" y="197088"/>
                  </a:lnTo>
                  <a:lnTo>
                    <a:pt x="0" y="157078"/>
                  </a:lnTo>
                  <a:lnTo>
                    <a:pt x="7409" y="115586"/>
                  </a:lnTo>
                  <a:lnTo>
                    <a:pt x="26674" y="77057"/>
                  </a:lnTo>
                  <a:lnTo>
                    <a:pt x="57793" y="45938"/>
                  </a:lnTo>
                  <a:lnTo>
                    <a:pt x="96321" y="19264"/>
                  </a:lnTo>
                  <a:lnTo>
                    <a:pt x="142259" y="4446"/>
                  </a:lnTo>
                  <a:lnTo>
                    <a:pt x="1956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8" name="Freeform 6155">
              <a:extLst>
                <a:ext uri="{F75954E1-50EA-4C1E-9ED3-3E82534A7387}">
                  <a16:creationId xmlns:a16="http://schemas.microsoft.com/office/drawing/2010/main" id="{E65D590A-A7E9-4F44-A704-F770284A6830}"/>
                </a:ext>
              </a:extLst>
            </p:cNvPr>
            <p:cNvSpPr/>
            <p:nvPr/>
          </p:nvSpPr>
          <p:spPr>
            <a:xfrm rot="0">
              <a:off x="10050948" y="3931352"/>
              <a:ext cx="308227" cy="286001"/>
            </a:xfrm>
            <a:custGeom>
              <a:avLst/>
              <a:gdLst/>
              <a:ahLst/>
              <a:cxnLst/>
              <a:rect b="b" l="0" r="r" t="0"/>
              <a:pathLst>
                <a:path h="286001" w="308228">
                  <a:moveTo>
                    <a:pt x="219316" y="0"/>
                  </a:moveTo>
                  <a:lnTo>
                    <a:pt x="226725" y="2964"/>
                  </a:lnTo>
                  <a:lnTo>
                    <a:pt x="257845" y="20746"/>
                  </a:lnTo>
                  <a:lnTo>
                    <a:pt x="281554" y="42974"/>
                  </a:lnTo>
                  <a:lnTo>
                    <a:pt x="299337" y="69648"/>
                  </a:lnTo>
                  <a:lnTo>
                    <a:pt x="308228" y="102249"/>
                  </a:lnTo>
                  <a:lnTo>
                    <a:pt x="308228" y="136332"/>
                  </a:lnTo>
                  <a:lnTo>
                    <a:pt x="299337" y="170415"/>
                  </a:lnTo>
                  <a:lnTo>
                    <a:pt x="281554" y="203016"/>
                  </a:lnTo>
                  <a:lnTo>
                    <a:pt x="254881" y="229690"/>
                  </a:lnTo>
                  <a:lnTo>
                    <a:pt x="262290" y="237099"/>
                  </a:lnTo>
                  <a:lnTo>
                    <a:pt x="271181" y="241545"/>
                  </a:lnTo>
                  <a:lnTo>
                    <a:pt x="281554" y="243027"/>
                  </a:lnTo>
                  <a:lnTo>
                    <a:pt x="286000" y="247472"/>
                  </a:lnTo>
                  <a:lnTo>
                    <a:pt x="290446" y="251918"/>
                  </a:lnTo>
                  <a:lnTo>
                    <a:pt x="293409" y="256364"/>
                  </a:lnTo>
                  <a:lnTo>
                    <a:pt x="294891" y="263773"/>
                  </a:lnTo>
                  <a:lnTo>
                    <a:pt x="293409" y="269700"/>
                  </a:lnTo>
                  <a:lnTo>
                    <a:pt x="290446" y="274146"/>
                  </a:lnTo>
                  <a:lnTo>
                    <a:pt x="286000" y="278592"/>
                  </a:lnTo>
                  <a:lnTo>
                    <a:pt x="280073" y="281555"/>
                  </a:lnTo>
                  <a:lnTo>
                    <a:pt x="241544" y="286001"/>
                  </a:lnTo>
                  <a:lnTo>
                    <a:pt x="205979" y="281555"/>
                  </a:lnTo>
                  <a:lnTo>
                    <a:pt x="174860" y="265255"/>
                  </a:lnTo>
                  <a:lnTo>
                    <a:pt x="173378" y="268219"/>
                  </a:lnTo>
                  <a:lnTo>
                    <a:pt x="128922" y="269700"/>
                  </a:lnTo>
                  <a:lnTo>
                    <a:pt x="85948" y="260809"/>
                  </a:lnTo>
                  <a:lnTo>
                    <a:pt x="50383" y="245991"/>
                  </a:lnTo>
                  <a:lnTo>
                    <a:pt x="22228" y="219317"/>
                  </a:lnTo>
                  <a:lnTo>
                    <a:pt x="0" y="188198"/>
                  </a:lnTo>
                  <a:lnTo>
                    <a:pt x="0" y="180788"/>
                  </a:lnTo>
                  <a:lnTo>
                    <a:pt x="0" y="176343"/>
                  </a:lnTo>
                  <a:lnTo>
                    <a:pt x="1482" y="170415"/>
                  </a:lnTo>
                  <a:lnTo>
                    <a:pt x="4446" y="165970"/>
                  </a:lnTo>
                  <a:lnTo>
                    <a:pt x="10373" y="163006"/>
                  </a:lnTo>
                  <a:lnTo>
                    <a:pt x="14819" y="161524"/>
                  </a:lnTo>
                  <a:lnTo>
                    <a:pt x="22228" y="161524"/>
                  </a:lnTo>
                  <a:lnTo>
                    <a:pt x="26674" y="163006"/>
                  </a:lnTo>
                  <a:lnTo>
                    <a:pt x="32601" y="167451"/>
                  </a:lnTo>
                  <a:lnTo>
                    <a:pt x="35565" y="171897"/>
                  </a:lnTo>
                  <a:lnTo>
                    <a:pt x="50383" y="197089"/>
                  </a:lnTo>
                  <a:lnTo>
                    <a:pt x="72611" y="214871"/>
                  </a:lnTo>
                  <a:lnTo>
                    <a:pt x="99285" y="225244"/>
                  </a:lnTo>
                  <a:lnTo>
                    <a:pt x="133368" y="232654"/>
                  </a:lnTo>
                  <a:lnTo>
                    <a:pt x="165969" y="229690"/>
                  </a:lnTo>
                  <a:lnTo>
                    <a:pt x="174860" y="228208"/>
                  </a:lnTo>
                  <a:lnTo>
                    <a:pt x="182269" y="228208"/>
                  </a:lnTo>
                  <a:lnTo>
                    <a:pt x="186715" y="228208"/>
                  </a:lnTo>
                  <a:lnTo>
                    <a:pt x="191161" y="229690"/>
                  </a:lnTo>
                  <a:lnTo>
                    <a:pt x="204497" y="238581"/>
                  </a:lnTo>
                  <a:lnTo>
                    <a:pt x="214870" y="243027"/>
                  </a:lnTo>
                  <a:lnTo>
                    <a:pt x="214870" y="243027"/>
                  </a:lnTo>
                  <a:lnTo>
                    <a:pt x="213389" y="238581"/>
                  </a:lnTo>
                  <a:lnTo>
                    <a:pt x="208943" y="234136"/>
                  </a:lnTo>
                  <a:lnTo>
                    <a:pt x="208943" y="228208"/>
                  </a:lnTo>
                  <a:lnTo>
                    <a:pt x="208943" y="223762"/>
                  </a:lnTo>
                  <a:lnTo>
                    <a:pt x="210425" y="219317"/>
                  </a:lnTo>
                  <a:lnTo>
                    <a:pt x="213389" y="214871"/>
                  </a:lnTo>
                  <a:lnTo>
                    <a:pt x="217834" y="210426"/>
                  </a:lnTo>
                  <a:lnTo>
                    <a:pt x="241544" y="189679"/>
                  </a:lnTo>
                  <a:lnTo>
                    <a:pt x="262290" y="163006"/>
                  </a:lnTo>
                  <a:lnTo>
                    <a:pt x="271181" y="136332"/>
                  </a:lnTo>
                  <a:lnTo>
                    <a:pt x="271181" y="106695"/>
                  </a:lnTo>
                  <a:lnTo>
                    <a:pt x="262290" y="78539"/>
                  </a:lnTo>
                  <a:lnTo>
                    <a:pt x="240062" y="53347"/>
                  </a:lnTo>
                  <a:lnTo>
                    <a:pt x="210425" y="38529"/>
                  </a:lnTo>
                  <a:lnTo>
                    <a:pt x="205979" y="34083"/>
                  </a:lnTo>
                  <a:lnTo>
                    <a:pt x="201534" y="29637"/>
                  </a:lnTo>
                  <a:lnTo>
                    <a:pt x="200052" y="25192"/>
                  </a:lnTo>
                  <a:lnTo>
                    <a:pt x="200052" y="17782"/>
                  </a:lnTo>
                  <a:lnTo>
                    <a:pt x="201534" y="13337"/>
                  </a:lnTo>
                  <a:lnTo>
                    <a:pt x="204497" y="7409"/>
                  </a:lnTo>
                  <a:lnTo>
                    <a:pt x="208943" y="2964"/>
                  </a:lnTo>
                  <a:lnTo>
                    <a:pt x="213389" y="0"/>
                  </a:lnTo>
                  <a:lnTo>
                    <a:pt x="2193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bIns="45720" lIns="91440" numCol="1" rIns="91440" rtlCol="0" tIns="45720" vert="horz" wrap="square"/>
            <a:lstStyle/>
            <a:p>
              <a:pPr algn="r"/>
              <a:r>
                <a:rPr dirty="0" lang="en-US"/>
                <a:t/>
              </a:r>
              <a:endParaRPr dirty="0" lang="en-US"/>
            </a:p>
          </p:txBody>
        </p:sp>
      </p:grpSp>
      <p:cxnSp>
        <p:nvCxnSpPr>
          <p:cNvPr id="9" name="Straight Connector 11">
            <a:extLst>
              <a:ext uri="{6321F7DE-64FB-4BCE-A124-0BDE2B915E1B}">
                <a16:creationId xmlns:a16="http://schemas.microsoft.com/office/drawing/2010/main" id="{D800D9A6-943B-48C4-B66C-42A533ECE044}"/>
              </a:ext>
            </a:extLst>
          </p:cNvPr>
          <p:cNvCxnSpPr/>
          <p:nvPr/>
        </p:nvCxnSpPr>
        <p:spPr>
          <a:xfrm rot="0">
            <a:off x="960651" y="1948542"/>
            <a:ext cx="0" cy="2471057"/>
          </a:xfrm>
          <a:prstGeom prst="line">
            <a:avLst/>
          </a:prstGeom>
          <a:ln>
            <a:solidFill>
              <a:srgbClr val="c2a83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hidden="false" id="10" name="Title 1">
            <a:extLst>
              <a:ext uri="{CB93DB55-8F5B-4A04-AD7D-64872B6A9B04}">
                <a16:creationId xmlns:a16="http://schemas.microsoft.com/office/drawing/2010/main" id="{2807005B-D14F-47C2-9DA6-B91410AFFF24}"/>
              </a:ext>
            </a:extLst>
          </p:cNvPr>
          <p:cNvSpPr>
            <a:spLocks noGrp="true"/>
          </p:cNvSpPr>
          <p:nvPr>
            <p:ph idx="2" type="title"/>
          </p:nvPr>
        </p:nvSpPr>
        <p:spPr>
          <a:xfrm rot="0">
            <a:off x="628650" y="366032"/>
            <a:ext cx="3431707" cy="526298"/>
          </a:xfrm>
        </p:spPr>
        <p:txBody>
          <a:bodyPr rtlCol="0"/>
          <a:lstStyle>
            <a:lvl1pPr lvl="0">
              <a:defRPr dirty="0" lang="en-US" sz="2800">
                <a:solidFill>
                  <a:schemeClr val="bg2"/>
                </a:solidFill>
              </a:defRPr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11" name="Slide Number Placeholder 1">
            <a:extLst>
              <a:ext uri="{1BAF4A65-DE4E-496B-A6BE-AD172D49CB56}">
                <a16:creationId xmlns:a16="http://schemas.microsoft.com/office/drawing/2010/main" id="{57E6FFDC-EC16-4C27-A83E-1394150102DD}"/>
              </a:ext>
            </a:extLst>
          </p:cNvPr>
          <p:cNvSpPr>
            <a:spLocks noGrp="true"/>
          </p:cNvSpPr>
          <p:nvPr>
            <p:ph idx="3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2" name="Footer Placeholder 1">
            <a:extLst>
              <a:ext uri="{18289088-4447-4017-A01E-904866444012}">
                <a16:creationId xmlns:a16="http://schemas.microsoft.com/office/drawing/2010/main" id="{03553178-0F8E-4DB1-A120-EE35CEE6F62A}"/>
              </a:ext>
            </a:extLst>
          </p:cNvPr>
          <p:cNvSpPr>
            <a:spLocks noGrp="true"/>
          </p:cNvSpPr>
          <p:nvPr>
            <p:ph idx="4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3" name="Date Placeholder 1">
            <a:extLst>
              <a:ext uri="{D93019FE-D9DB-4181-B0C8-DA9764E83175}">
                <a16:creationId xmlns:a16="http://schemas.microsoft.com/office/drawing/2010/main" id="{5CFC2090-3E39-4E45-B72D-53B18FE98B8E}"/>
              </a:ext>
            </a:extLst>
          </p:cNvPr>
          <p:cNvSpPr>
            <a:spLocks noGrp="true"/>
          </p:cNvSpPr>
          <p:nvPr>
            <p:ph idx="5" sz="half" type="dt"/>
          </p:nvPr>
        </p:nvSpPr>
        <p:spPr>
          <a:xfrm rot="0">
            <a:off x="762000" y="47815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/>
            <a:fld id="{27E56957-768D-4162-9B81-7003E6DA15BA}" type="datetime4">
              <a:t>May 5, 2025</a:t>
            </a:fld>
            <a:endParaRPr dirty="0" lang="en-US"/>
          </a:p>
        </p:txBody>
      </p:sp>
      <p:sp>
        <p:nvSpPr>
          <p:cNvPr hidden="true" id="14" name="">
            <a:extLst>
              <a:ext uri="{9C490313-2FF9-4C54-8CB1-F836BB53C058}">
                <a16:creationId xmlns:a16="http://schemas.microsoft.com/office/drawing/2010/main" id="{5A1C97F0-01B3-4698-9291-DF9770C95233}"/>
              </a:ext>
            </a:extLst>
          </p:cNvPr>
          <p:cNvSpPr/>
          <p:nvPr>
            <p:ph idx="6" type="pic"/>
          </p:nvPr>
        </p:nvSpPr>
        <p:spPr>
          <a:xfrm flipH="false" flipV="false" rot="0">
            <a:off x="4629150" y="9525"/>
            <a:ext cx="4371975" cy="4876800"/>
          </a:xfrm>
          <a:prstGeom prst="rect">
            <a:avLst/>
          </a:prstGeom>
        </p:spPr>
        <p:txBody>
          <a:bodyPr bIns="45720" lIns="0" rIns="91440" rtlCol="0" tIns="45720" vert="horz">
            <a:noAutofit/>
          </a:bodyPr>
          <a:lstStyle/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</p:spTree>
    <p:extLst>
      <p:ext uri="{8D046ED0-A0CC-4720-908A-DFB2581C49BD}">
        <p14:creationId xmlns:p14="http://schemas.microsoft.com/office/powerpoint/2010/main" val="1746389016642"/>
      </p:ext>
    </p:extLst>
  </p:cSld>
  <p:clrMapOvr>
    <a:masterClrMapping/>
  </p:clrMapOvr>
</p:sldLayout>
</file>

<file path=ppt/slideLayouts/slideLayout1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E4F128B-5450-4DD0-B2D4-756619E022A4}">
                <a16:creationId xmlns:a16="http://schemas.microsoft.com/office/drawing/2010/main" id="{D2DCD734-C5E7-4603-9C67-4EE064C3EBFF}"/>
              </a:ext>
            </a:extLst>
          </p:cNvPr>
          <p:cNvSpPr/>
          <p:nvPr userDrawn="1"/>
        </p:nvSpPr>
        <p:spPr>
          <a:xfrm rot="0">
            <a:off x="257175" y="356590"/>
            <a:ext cx="8629650" cy="4430318"/>
          </a:xfrm>
          <a:prstGeom prst="rect">
            <a:avLst/>
          </a:prstGeom>
          <a:noFill/>
          <a:ln>
            <a:solidFill>
              <a:srgbClr val="243e3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3" name="Picture Placeholder 12">
            <a:extLst>
              <a:ext uri="{444A10AA-10A2-4886-A755-71BC80671A64}">
                <a16:creationId xmlns:a16="http://schemas.microsoft.com/office/drawing/2010/main" id="{86FA47C4-9A61-49EB-AFA4-BBF11ED7C332}"/>
              </a:ext>
            </a:extLst>
          </p:cNvPr>
          <p:cNvSpPr>
            <a:spLocks noGrp="true"/>
          </p:cNvSpPr>
          <p:nvPr>
            <p:ph type="pic"/>
          </p:nvPr>
        </p:nvSpPr>
        <p:spPr>
          <a:xfrm rot="0">
            <a:off x="6201823" y="1619250"/>
            <a:ext cx="2102929" cy="1581150"/>
          </a:xfrm>
          <a:custGeom>
            <a:avLst/>
            <a:gdLst/>
            <a:ahLst/>
            <a:cxnLst/>
            <a:rect b="b" l="0" r="r" t="0"/>
            <a:pathLst>
              <a:path h="2108200" w="2803906">
                <a:moveTo>
                  <a:pt x="742951" y="0"/>
                </a:moveTo>
                <a:lnTo>
                  <a:pt x="2803906" y="0"/>
                </a:lnTo>
                <a:lnTo>
                  <a:pt x="2060955" y="2108200"/>
                </a:lnTo>
                <a:lnTo>
                  <a:pt x="0" y="2108200"/>
                </a:lnTo>
                <a:close/>
              </a:path>
            </a:pathLst>
          </a:custGeom>
        </p:spPr>
        <p:txBody>
          <a:bodyPr rtlCol="0" wrap="square">
            <a:noAutofit/>
          </a:bodyPr>
          <a:lstStyle>
            <a:lvl1pPr indent="0" lvl="0" marL="0">
              <a:buNone/>
              <a:defRPr dirty="0" lang="en-US" sz="1800"/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4" name="Picture Placeholder 11">
            <a:extLst>
              <a:ext uri="{65CB0C30-FDB5-48C7-B7E8-9D8EF225385A}">
                <a16:creationId xmlns:a16="http://schemas.microsoft.com/office/drawing/2010/main" id="{61A6651E-A046-42D5-8390-4449AED333C9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520535" y="1619250"/>
            <a:ext cx="2102929" cy="1581150"/>
          </a:xfrm>
          <a:custGeom>
            <a:avLst/>
            <a:gdLst/>
            <a:ahLst/>
            <a:cxnLst/>
            <a:rect b="b" l="0" r="r" t="0"/>
            <a:pathLst>
              <a:path h="2108200" w="2803906">
                <a:moveTo>
                  <a:pt x="742951" y="0"/>
                </a:moveTo>
                <a:lnTo>
                  <a:pt x="2803906" y="0"/>
                </a:lnTo>
                <a:lnTo>
                  <a:pt x="2060955" y="2108200"/>
                </a:lnTo>
                <a:lnTo>
                  <a:pt x="0" y="2108200"/>
                </a:lnTo>
                <a:close/>
              </a:path>
            </a:pathLst>
          </a:custGeom>
        </p:spPr>
        <p:txBody>
          <a:bodyPr rtlCol="0" wrap="square">
            <a:noAutofit/>
          </a:bodyPr>
          <a:lstStyle>
            <a:lvl1pPr indent="0" lvl="0" marL="0">
              <a:buNone/>
              <a:defRPr dirty="0" lang="en-US" sz="1800"/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5" name="Picture Placeholder 10">
            <a:extLst>
              <a:ext uri="{57E0CED1-F6D4-42FB-95A8-89DE1D0B2811}">
                <a16:creationId xmlns:a16="http://schemas.microsoft.com/office/drawing/2010/main" id="{21EF1AC4-A413-4F5C-8421-B4E55D65D290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839247" y="1619250"/>
            <a:ext cx="2102929" cy="1581150"/>
          </a:xfrm>
          <a:custGeom>
            <a:avLst/>
            <a:gdLst/>
            <a:ahLst/>
            <a:cxnLst/>
            <a:rect b="b" l="0" r="r" t="0"/>
            <a:pathLst>
              <a:path h="2108200" w="2803906">
                <a:moveTo>
                  <a:pt x="742951" y="0"/>
                </a:moveTo>
                <a:lnTo>
                  <a:pt x="2803906" y="0"/>
                </a:lnTo>
                <a:lnTo>
                  <a:pt x="2060955" y="2108200"/>
                </a:lnTo>
                <a:lnTo>
                  <a:pt x="0" y="2108200"/>
                </a:lnTo>
                <a:close/>
              </a:path>
            </a:pathLst>
          </a:custGeom>
        </p:spPr>
        <p:txBody>
          <a:bodyPr rtlCol="0" wrap="square">
            <a:noAutofit/>
          </a:bodyPr>
          <a:lstStyle>
            <a:lvl1pPr indent="0" lvl="0" marL="0">
              <a:buNone/>
              <a:defRPr dirty="0" lang="en-US" sz="1800"/>
            </a:lvl1pPr>
          </a:lstStyle>
          <a:p>
            <a:pPr/>
            <a:r>
              <a:rPr dirty="0" lang="en-US"/>
              <a:t>Add picture</a:t>
            </a:r>
            <a:endParaRPr dirty="0" lang="en-US"/>
          </a:p>
        </p:txBody>
      </p:sp>
      <p:sp>
        <p:nvSpPr>
          <p:cNvPr id="6" name="Text Placeholder 7">
            <a:extLst>
              <a:ext uri="{4D95993B-668E-470F-8698-9E8788500CEA}">
                <a16:creationId xmlns:a16="http://schemas.microsoft.com/office/drawing/2010/main" id="{37672803-8509-41AE-8BA4-12F21CEB6DA4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857250" y="3381375"/>
            <a:ext cx="1524000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1400">
                <a:solidFill>
                  <a:srgbClr val="243e3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Insert Name</a:t>
            </a:r>
            <a:endParaRPr dirty="0" lang="en-US"/>
          </a:p>
        </p:txBody>
      </p:sp>
      <p:sp>
        <p:nvSpPr>
          <p:cNvPr id="7" name="Text Placeholder 7">
            <a:extLst>
              <a:ext uri="{8EAE13B6-EF45-4877-AD25-C88A0FF9266A}">
                <a16:creationId xmlns:a16="http://schemas.microsoft.com/office/drawing/2010/main" id="{699C4306-6CE9-4920-967B-05B6384FAE51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704850" y="3857625"/>
            <a:ext cx="1837711" cy="42862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Insert bio</a:t>
            </a:r>
            <a:endParaRPr dirty="0" lang="en-US"/>
          </a:p>
        </p:txBody>
      </p:sp>
      <p:cxnSp>
        <p:nvCxnSpPr>
          <p:cNvPr id="8" name="Straight Connector 17">
            <a:extLst>
              <a:ext uri="{58F009CE-0262-4312-B4E4-E339B41049EB}">
                <a16:creationId xmlns:a16="http://schemas.microsoft.com/office/drawing/2010/main" id="{13A1881A-8C1D-442F-A44E-AB3EF4B2BEB3}"/>
              </a:ext>
            </a:extLst>
          </p:cNvPr>
          <p:cNvCxnSpPr/>
          <p:nvPr/>
        </p:nvCxnSpPr>
        <p:spPr>
          <a:xfrm rot="0">
            <a:off x="1534048" y="3724634"/>
            <a:ext cx="157162" cy="0"/>
          </a:xfrm>
          <a:prstGeom prst="line">
            <a:avLst/>
          </a:prstGeom>
          <a:ln w="5080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hidden="false" id="9" name="Text Placeholder 7">
            <a:extLst>
              <a:ext uri="{CEEE6D8B-285B-4D58-AC7D-ABE10A098480}">
                <a16:creationId xmlns:a16="http://schemas.microsoft.com/office/drawing/2010/main" id="{264C9472-17A3-4E21-9A48-21DD8F565E97}"/>
              </a:ext>
            </a:extLst>
          </p:cNvPr>
          <p:cNvSpPr>
            <a:spLocks noGrp="true"/>
          </p:cNvSpPr>
          <p:nvPr>
            <p:ph idx="5" type="body"/>
          </p:nvPr>
        </p:nvSpPr>
        <p:spPr>
          <a:xfrm rot="0">
            <a:off x="3524250" y="3381375"/>
            <a:ext cx="1524000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1400">
                <a:solidFill>
                  <a:srgbClr val="243e3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Insert Name</a:t>
            </a:r>
            <a:endParaRPr dirty="0" lang="en-US"/>
          </a:p>
        </p:txBody>
      </p:sp>
      <p:sp>
        <p:nvSpPr>
          <p:cNvPr hidden="false" id="10" name="Text Placeholder 7">
            <a:extLst>
              <a:ext uri="{3D83EAF2-9F43-4397-B4D9-03E79582EC86}">
                <a16:creationId xmlns:a16="http://schemas.microsoft.com/office/drawing/2010/main" id="{48519D75-4059-477D-8AD7-8FC95C16C834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3375060" y="3857625"/>
            <a:ext cx="1837711" cy="42862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Insert bio</a:t>
            </a:r>
            <a:endParaRPr dirty="0" lang="en-US"/>
          </a:p>
        </p:txBody>
      </p:sp>
      <p:cxnSp>
        <p:nvCxnSpPr>
          <p:cNvPr id="11" name="Straight Connector 20">
            <a:extLst>
              <a:ext uri="{73E73D72-C19E-4D3D-BC12-FE370ED8B8B3}">
                <a16:creationId xmlns:a16="http://schemas.microsoft.com/office/drawing/2010/main" id="{A78BBC8F-0322-4B2C-BF4A-50DF524C0735}"/>
              </a:ext>
            </a:extLst>
          </p:cNvPr>
          <p:cNvCxnSpPr/>
          <p:nvPr/>
        </p:nvCxnSpPr>
        <p:spPr>
          <a:xfrm rot="0">
            <a:off x="4215336" y="3724634"/>
            <a:ext cx="157162" cy="0"/>
          </a:xfrm>
          <a:prstGeom prst="line">
            <a:avLst/>
          </a:prstGeom>
          <a:ln w="5080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995DE945-A942-438E-B7F9-E32DE14CC730}">
                <a16:creationId xmlns:a16="http://schemas.microsoft.com/office/drawing/2010/main" id="{B29D05D1-2F83-4498-89F1-12557EE601EF}"/>
              </a:ext>
            </a:extLst>
          </p:cNvPr>
          <p:cNvSpPr>
            <a:spLocks noGrp="true"/>
          </p:cNvSpPr>
          <p:nvPr>
            <p:ph idx="7" type="body"/>
          </p:nvPr>
        </p:nvSpPr>
        <p:spPr>
          <a:xfrm rot="0">
            <a:off x="6191250" y="3381375"/>
            <a:ext cx="1524000" cy="235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1" dirty="0" lang="en-US" sz="1400">
                <a:solidFill>
                  <a:srgbClr val="243e3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Insert Name</a:t>
            </a:r>
            <a:endParaRPr dirty="0" lang="en-US"/>
          </a:p>
        </p:txBody>
      </p:sp>
      <p:sp>
        <p:nvSpPr>
          <p:cNvPr id="13" name="Text Placeholder 7">
            <a:extLst>
              <a:ext uri="{B240166E-FF06-4A01-B048-7D3031EBE3EB}">
                <a16:creationId xmlns:a16="http://schemas.microsoft.com/office/drawing/2010/main" id="{7012D246-68FB-45A5-806E-6C952835871B}"/>
              </a:ext>
            </a:extLst>
          </p:cNvPr>
          <p:cNvSpPr>
            <a:spLocks noGrp="true"/>
          </p:cNvSpPr>
          <p:nvPr>
            <p:ph idx="8" type="body"/>
          </p:nvPr>
        </p:nvSpPr>
        <p:spPr>
          <a:xfrm rot="0">
            <a:off x="6038850" y="3857625"/>
            <a:ext cx="1837711" cy="42862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Insert bio</a:t>
            </a:r>
            <a:endParaRPr dirty="0" lang="en-US"/>
          </a:p>
        </p:txBody>
      </p:sp>
      <p:cxnSp>
        <p:nvCxnSpPr>
          <p:cNvPr id="14" name="Straight Connector 23">
            <a:extLst>
              <a:ext uri="{028DF186-2687-4227-97F0-204220E7D723}">
                <a16:creationId xmlns:a16="http://schemas.microsoft.com/office/drawing/2010/main" id="{E82D919D-E121-4707-A4D3-EFB5D9E7BCE9}"/>
              </a:ext>
            </a:extLst>
          </p:cNvPr>
          <p:cNvCxnSpPr/>
          <p:nvPr/>
        </p:nvCxnSpPr>
        <p:spPr>
          <a:xfrm rot="0">
            <a:off x="6896624" y="3724634"/>
            <a:ext cx="157162" cy="0"/>
          </a:xfrm>
          <a:prstGeom prst="line">
            <a:avLst/>
          </a:prstGeom>
          <a:ln w="50800"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hidden="false" id="15" name="Text Placeholder 7">
            <a:extLst>
              <a:ext uri="{1E6F4499-5D4E-402C-A934-F0A45CC73EF6}">
                <a16:creationId xmlns:a16="http://schemas.microsoft.com/office/drawing/2010/main" id="{5E52F586-528F-46CC-962A-404E9A93A3D0}"/>
              </a:ext>
            </a:extLst>
          </p:cNvPr>
          <p:cNvSpPr>
            <a:spLocks noGrp="true"/>
          </p:cNvSpPr>
          <p:nvPr>
            <p:ph idx="9" type="body"/>
          </p:nvPr>
        </p:nvSpPr>
        <p:spPr>
          <a:xfrm rot="0">
            <a:off x="1238250" y="666750"/>
            <a:ext cx="6667500" cy="381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algn="ctr" indent="0" lvl="0" marL="0">
              <a:spcBef>
                <a:spcPts val="0"/>
              </a:spcBef>
              <a:spcAft>
                <a:spcPts val="600"/>
              </a:spcAft>
              <a:buNone/>
              <a:defRPr b="0" dirty="0" lang="en-US" sz="14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hidden="false" id="16" name="Title 1">
            <a:extLst>
              <a:ext uri="{38176CA7-E92E-46AC-B570-84BC5BB973BC}">
                <a16:creationId xmlns:a16="http://schemas.microsoft.com/office/drawing/2010/main" id="{CCB1C677-422C-40D8-986E-677943AEB111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2857500" y="142875"/>
            <a:ext cx="3429000" cy="476250"/>
          </a:xfrm>
          <a:solidFill>
            <a:schemeClr val="bg1"/>
          </a:solidFill>
        </p:spPr>
        <p:txBody>
          <a:bodyPr bIns="0" lIns="0" rIns="0" rtlCol="0" tIns="0">
            <a:noAutofit/>
          </a:bodyPr>
          <a:lstStyle>
            <a:lvl1pPr algn="ctr" lvl="0">
              <a:defRPr dirty="0" lang="en-US" sz="2800"/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17" name="Slide Number Placeholder 1">
            <a:extLst>
              <a:ext uri="{C30F70CA-66D2-4076-BB91-E82505E7CFD8}">
                <a16:creationId xmlns:a16="http://schemas.microsoft.com/office/drawing/2010/main" id="{F77185BF-B758-4258-ACB0-418C095794EE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7767818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FA3039D5-84EC-479B-8A85-17CB0F72797D}" type="slidenum"/>
            <a:endParaRPr dirty="0" lang="en-US"/>
          </a:p>
        </p:txBody>
      </p:sp>
      <p:sp>
        <p:nvSpPr>
          <p:cNvPr hidden="false" id="18" name="Footer Placeholder 1">
            <a:extLst>
              <a:ext uri="{6387A9AB-27EA-4648-82D2-FA9C16AF4D46}">
                <a16:creationId xmlns:a16="http://schemas.microsoft.com/office/drawing/2010/main" id="{891FE542-24CA-4602-8AC4-CC82D3F6F6A3}"/>
              </a:ext>
            </a:extLst>
          </p:cNvPr>
          <p:cNvSpPr>
            <a:spLocks noGrp="true"/>
          </p:cNvSpPr>
          <p:nvPr>
            <p:ph idx="12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 Message</a:t>
            </a:r>
            <a:endParaRPr dirty="0" lang="en-US"/>
          </a:p>
        </p:txBody>
      </p:sp>
      <p:sp>
        <p:nvSpPr>
          <p:cNvPr hidden="false" id="19" name="Date Placeholder 1">
            <a:extLst>
              <a:ext uri="{D4142477-8B7B-4639-B325-E789BDACB0F8}">
                <a16:creationId xmlns:a16="http://schemas.microsoft.com/office/drawing/2010/main" id="{CB7C73A4-A636-4340-9AEA-D0117AE52CEA}"/>
              </a:ext>
            </a:extLst>
          </p:cNvPr>
          <p:cNvSpPr>
            <a:spLocks noGrp="true"/>
          </p:cNvSpPr>
          <p:nvPr>
            <p:ph idx="13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D2B5A1FA-8D6C-493B-856E-5EFC086E7002}" type="datetime4">
              <a:t>May 5, 2025</a:t>
            </a:fld>
            <a:endParaRPr dirty="0" lang="en-US"/>
          </a:p>
        </p:txBody>
      </p:sp>
    </p:spTree>
    <p:extLst>
      <p:ext uri="{930DBC12-6FAE-4CD8-91CB-4DE7C943DAB1}">
        <p14:creationId xmlns:p14="http://schemas.microsoft.com/office/powerpoint/2010/main" val="1746389016645"/>
      </p:ext>
    </p:extLst>
  </p:cSld>
  <p:clrMapOvr>
    <a:masterClrMapping/>
  </p:clrMapOvr>
</p:sldLayout>
</file>

<file path=ppt/slideLayouts/slideLayout1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Title +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B6DCB051-C047-4BC6-8C5B-39CC4E0C352A}">
                <a16:creationId xmlns:a16="http://schemas.microsoft.com/office/drawing/2010/main" id="{1FC1A113-5B39-4AA5-896A-7592E7568063}"/>
              </a:ext>
            </a:extLst>
          </p:cNvPr>
          <p:cNvSpPr/>
          <p:nvPr userDrawn="1"/>
        </p:nvSpPr>
        <p:spPr>
          <a:xfrm rot="0">
            <a:off x="0" y="0"/>
            <a:ext cx="9144000" cy="1088571"/>
          </a:xfrm>
          <a:prstGeom prst="rect">
            <a:avLst/>
          </a:prstGeom>
          <a:solidFill>
            <a:srgbClr val="243e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3" name="Text Placeholder 7">
            <a:extLst>
              <a:ext uri="{B85FEC53-AFDF-48D9-B193-A8E5DD7CB890}">
                <a16:creationId xmlns:a16="http://schemas.microsoft.com/office/drawing/2010/main" id="{0FF05867-9163-47EE-B1FF-A1DFA6F79144}"/>
              </a:ext>
            </a:extLst>
          </p:cNvPr>
          <p:cNvSpPr>
            <a:spLocks noGrp="true"/>
          </p:cNvSpPr>
          <p:nvPr userDrawn="1">
            <p:ph type="body"/>
          </p:nvPr>
        </p:nvSpPr>
        <p:spPr>
          <a:xfrm rot="0">
            <a:off x="339921" y="1571625"/>
            <a:ext cx="4003479" cy="3048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indent="0" lvl="0" mar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sp>
        <p:nvSpPr>
          <p:cNvPr id="4" name="Text Placeholder 7">
            <a:extLst>
              <a:ext uri="{9EE475C1-63A8-4480-891F-BF3DEBA8B0D7}">
                <a16:creationId xmlns:a16="http://schemas.microsoft.com/office/drawing/2010/main" id="{F95DF121-A7D4-4EC2-9BEC-50472FFDE843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800600" y="1571625"/>
            <a:ext cx="4003479" cy="304800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>
            <a:lvl1pPr indent="0" lvl="0" marL="0">
              <a:spcBef>
                <a:spcPts val="0"/>
              </a:spcBef>
              <a:spcAft>
                <a:spcPts val="1200"/>
              </a:spcAft>
              <a:buNone/>
              <a:defRPr b="0" dirty="0" lang="en-US" sz="1200">
                <a:solidFill>
                  <a:srgbClr val="262626"/>
                </a:solidFill>
                <a:latin typeface="Source Sans Pro"/>
              </a:defRPr>
            </a:lvl1pPr>
          </a:lstStyle>
          <a:p>
            <a:pPr lvl="0"/>
            <a:r>
              <a:rPr dirty="0" lang="en-US"/>
              <a:t>Add text</a:t>
            </a:r>
            <a:endParaRPr dirty="0" lang="en-US"/>
          </a:p>
        </p:txBody>
      </p:sp>
      <p:cxnSp>
        <p:nvCxnSpPr>
          <p:cNvPr id="5" name="Straight Connector 10">
            <a:extLst>
              <a:ext uri="{B5BAC60B-6BE0-492B-AD8F-CE5F776ADFCE}">
                <a16:creationId xmlns:a16="http://schemas.microsoft.com/office/drawing/2010/main" id="{0C816C76-34E4-4191-A3AB-512714524CD4}"/>
              </a:ext>
            </a:extLst>
          </p:cNvPr>
          <p:cNvCxnSpPr/>
          <p:nvPr/>
        </p:nvCxnSpPr>
        <p:spPr>
          <a:xfrm rot="0">
            <a:off x="4572000" y="1590675"/>
            <a:ext cx="0" cy="3019425"/>
          </a:xfrm>
          <a:prstGeom prst="line">
            <a:avLst/>
          </a:prstGeom>
          <a:ln>
            <a:solidFill>
              <a:srgbClr val="c2a8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hidden="false" id="6" name="Title 1">
            <a:extLst>
              <a:ext uri="{8C165636-EE02-4FCE-9364-F82CD86109E3}">
                <a16:creationId xmlns:a16="http://schemas.microsoft.com/office/drawing/2010/main" id="{AC5F7145-45AC-492F-9F47-72BF33582DBF}"/>
              </a:ext>
            </a:extLst>
          </p:cNvPr>
          <p:cNvSpPr>
            <a:spLocks noGrp="true"/>
          </p:cNvSpPr>
          <p:nvPr>
            <p:ph idx="2" type="title"/>
          </p:nvPr>
        </p:nvSpPr>
        <p:spPr>
          <a:xfrm rot="0">
            <a:off x="333375" y="476250"/>
            <a:ext cx="8477250" cy="476250"/>
          </a:xfrm>
        </p:spPr>
        <p:txBody>
          <a:bodyPr anchor="b" bIns="0" lIns="0" rIns="0" rtlCol="0" tIns="0">
            <a:noAutofit/>
          </a:bodyPr>
          <a:lstStyle>
            <a:lvl1pPr lvl="0">
              <a:defRPr baseline="0" dirty="0" lang="en-US" sz="2800">
                <a:solidFill>
                  <a:schemeClr val="bg1"/>
                </a:solidFill>
              </a:defRPr>
            </a:lvl1pPr>
          </a:lstStyle>
          <a:p>
            <a:pPr/>
            <a:r>
              <a:rPr dirty="0" lang="en-US"/>
              <a:t>Add title</a:t>
            </a:r>
            <a:endParaRPr dirty="0" lang="en-US"/>
          </a:p>
        </p:txBody>
      </p:sp>
      <p:sp>
        <p:nvSpPr>
          <p:cNvPr hidden="false" id="7" name="Slide Number Placeholder 1">
            <a:extLst>
              <a:ext uri="{85A42E1B-6BE9-41C9-9B26-26D346B3EC9D}">
                <a16:creationId xmlns:a16="http://schemas.microsoft.com/office/drawing/2010/main" id="{F5C25174-8595-41B4-AC90-FD728F73ADF7}"/>
              </a:ext>
            </a:extLst>
          </p:cNvPr>
          <p:cNvSpPr>
            <a:spLocks noGrp="true"/>
          </p:cNvSpPr>
          <p:nvPr>
            <p:ph idx="3" sz="quarter" type="sldNum"/>
          </p:nvPr>
        </p:nvSpPr>
        <p:spPr>
          <a:xfrm rot="0">
            <a:off x="7767815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4B86AF2A-921B-4138-B111-24877033DC8B}" type="slidenum"/>
            <a:endParaRPr dirty="0" lang="en-US"/>
          </a:p>
        </p:txBody>
      </p:sp>
      <p:sp>
        <p:nvSpPr>
          <p:cNvPr hidden="false" id="8" name="Footer Placeholder 1">
            <a:extLst>
              <a:ext uri="{180D7238-7655-4661-A716-66C073A13357}">
                <a16:creationId xmlns:a16="http://schemas.microsoft.com/office/drawing/2010/main" id="{912813CB-C8EC-4B9A-82A2-B97249ED3930}"/>
              </a:ext>
            </a:extLst>
          </p:cNvPr>
          <p:cNvSpPr>
            <a:spLocks noGrp="true"/>
          </p:cNvSpPr>
          <p:nvPr>
            <p:ph idx="4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 Message</a:t>
            </a:r>
            <a:endParaRPr dirty="0" lang="en-US"/>
          </a:p>
        </p:txBody>
      </p:sp>
      <p:sp>
        <p:nvSpPr>
          <p:cNvPr hidden="false" id="9" name="Date Placeholder 1">
            <a:extLst>
              <a:ext uri="{F6E0D8B8-79F5-4949-A10F-7E3165B67B1D}">
                <a16:creationId xmlns:a16="http://schemas.microsoft.com/office/drawing/2010/main" id="{018E28E1-59F0-440A-9BC8-9688E6D4D8B6}"/>
              </a:ext>
            </a:extLst>
          </p:cNvPr>
          <p:cNvSpPr>
            <a:spLocks noGrp="true"/>
          </p:cNvSpPr>
          <p:nvPr>
            <p:ph idx="5" sz="half" type="dt"/>
          </p:nvPr>
        </p:nvSpPr>
        <p:spPr>
          <a:xfrm rot="0">
            <a:off x="762000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528F0D69-B758-4786-8922-9FB7DAA66811}" type="datetime4">
              <a:t>May 5, 2025</a:t>
            </a:fld>
            <a:endParaRPr dirty="0" lang="en-US"/>
          </a:p>
        </p:txBody>
      </p:sp>
    </p:spTree>
    <p:extLst>
      <p:ext uri="{A7752653-B7CD-4BF4-AD25-0F6B40E55066}">
        <p14:creationId xmlns:p14="http://schemas.microsoft.com/office/powerpoint/2010/main" val="1746389016646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slideLayouts/slideLayout14.xml" Type="http://schemas.openxmlformats.org/officeDocument/2006/relationships/slideLayout"/><Relationship Id="rId15" Target="../slideLayouts/slideLayout15.xml" Type="http://schemas.openxmlformats.org/officeDocument/2006/relationships/slideLayout"/><Relationship Id="rId16" Target="../slideLayouts/slideLayout16.xml" Type="http://schemas.openxmlformats.org/officeDocument/2006/relationships/slideLayout"/><Relationship Id="rId17" Target="../slideLayouts/slideLayout17.xml" Type="http://schemas.openxmlformats.org/officeDocument/2006/relationships/slideLayout"/><Relationship Id="rId18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80CEC838-CC8D-4B85-B888-3D328F7560E4}">
                <a16:creationId xmlns:a16="http://schemas.microsoft.com/office/drawing/2010/main" id="{105B1A09-A2E7-404C-8377-A99D299E5D1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628650" y="273843"/>
            <a:ext cx="7886700" cy="994172"/>
          </a:xfrm>
          <a:prstGeom prst="rect">
            <a:avLst/>
          </a:prstGeom>
        </p:spPr>
        <p:txBody>
          <a:bodyPr anchor="t" bIns="0" lIns="0" rIns="0" rtlCol="0" tIns="0" vert="horz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CE83FD50-E2A3-4D41-A65F-C6DA8041BE7F}">
                <a16:creationId xmlns:a16="http://schemas.microsoft.com/office/drawing/2010/main" id="{D5A2ABEF-11E0-4BC2-8B78-5F9DC215CE70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628650" y="1369218"/>
            <a:ext cx="7886700" cy="3263503"/>
          </a:xfrm>
          <a:prstGeom prst="rect">
            <a:avLst/>
          </a:prstGeom>
        </p:spPr>
        <p:txBody>
          <a:bodyPr bIns="45720" lIns="0" rIns="91440" rtlCol="0" tIns="45720" vert="horz">
            <a:no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4" name="Slide Number Placeholder 1">
            <a:extLst>
              <a:ext uri="{FE2CDA26-6731-4832-BF9A-1F2E871329E7}">
                <a16:creationId xmlns:a16="http://schemas.microsoft.com/office/drawing/2010/main" id="{89B7669E-9E7A-425A-8684-6FCDE2A92EC7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913970" y="4857750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827C1497-8A4E-41C9-BEBF-10207AE5CEB4}" type="slidenum"/>
            <a:endParaRPr dirty="0" lang="en-US"/>
          </a:p>
        </p:txBody>
      </p:sp>
      <p:sp>
        <p:nvSpPr>
          <p:cNvPr hidden="false" id="5" name="Footer Placeholder 1">
            <a:extLst>
              <a:ext uri="{121856FF-279A-492C-B433-211EA59AFB42}">
                <a16:creationId xmlns:a16="http://schemas.microsoft.com/office/drawing/2010/main" id="{75DCD15E-8A00-480F-9713-33ED97B94919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85775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 Message</a:t>
            </a:r>
            <a:endParaRPr dirty="0" lang="en-US"/>
          </a:p>
        </p:txBody>
      </p:sp>
      <p:sp>
        <p:nvSpPr>
          <p:cNvPr hidden="false" id="6" name="Date Placeholder 1">
            <a:extLst>
              <a:ext uri="{5D4CB6B1-25E4-49DB-9A33-0FB1A6371A05}">
                <a16:creationId xmlns:a16="http://schemas.microsoft.com/office/drawing/2010/main" id="{FD98A233-9E89-448C-B94E-1C56F726455F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619163" y="4857750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860AE3A8-0922-4DAC-A17C-24AE992966F2}" type="datetime4">
              <a:t>May 5, 2025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/>
  <p:txStyles>
    <p:titleStyle>
      <a:lvl1pPr algn="l" indent="0" lvl="0" marL="0" rtl="false">
        <a:lnSpc>
          <a:spcPct val="90000"/>
        </a:lnSpc>
        <a:spcBef>
          <a:spcPct val="0"/>
        </a:spcBef>
        <a:buNone/>
        <a:defRPr b="1" dirty="0" lang="en-US" sz="3000">
          <a:solidFill>
            <a:schemeClr val="accent1"/>
          </a:solidFill>
          <a:latin typeface="+mj-lt"/>
        </a:defRPr>
      </a:lvl1pPr>
    </p:titleStyle>
    <p:bodyStyle>
      <a:lvl1pPr algn="l" indent="0" lvl="0" marL="0" rtl="false">
        <a:lnSpc>
          <a:spcPct val="90000"/>
        </a:lnSpc>
        <a:spcBef>
          <a:spcPts val="1000"/>
        </a:spcBef>
        <a:buNone/>
        <a:defRPr dirty="0" lang="en-US" sz="2000">
          <a:solidFill>
            <a:schemeClr val="tx1"/>
          </a:solidFill>
          <a:latin typeface="+mn-lt"/>
        </a:defRPr>
      </a:lvl1pPr>
      <a:lvl2pPr algn="l" indent="0" lvl="1" marL="457200" rtl="false">
        <a:lnSpc>
          <a:spcPct val="90000"/>
        </a:lnSpc>
        <a:spcBef>
          <a:spcPts val="500"/>
        </a:spcBef>
        <a:buNone/>
        <a:defRPr dirty="0" lang="en-US" sz="1800">
          <a:solidFill>
            <a:schemeClr val="tx1"/>
          </a:solidFill>
          <a:latin typeface="+mn-lt"/>
        </a:defRPr>
      </a:lvl2pPr>
      <a:lvl3pPr algn="l" indent="0" lvl="2" marL="914400" rtl="false">
        <a:lnSpc>
          <a:spcPct val="90000"/>
        </a:lnSpc>
        <a:spcBef>
          <a:spcPts val="500"/>
        </a:spcBef>
        <a:buNone/>
        <a:defRPr dirty="0" lang="en-US" sz="1600">
          <a:solidFill>
            <a:schemeClr val="tx1"/>
          </a:solidFill>
          <a:latin typeface="+mn-lt"/>
        </a:defRPr>
      </a:lvl3pPr>
      <a:lvl4pPr algn="l" indent="0" lvl="3" marL="1371600" rtl="false">
        <a:lnSpc>
          <a:spcPct val="90000"/>
        </a:lnSpc>
        <a:spcBef>
          <a:spcPts val="500"/>
        </a:spcBef>
        <a:buNone/>
        <a:defRPr dirty="0" lang="en-US" sz="1400">
          <a:solidFill>
            <a:schemeClr val="tx1"/>
          </a:solidFill>
          <a:latin typeface="+mn-lt"/>
        </a:defRPr>
      </a:lvl4pPr>
      <a:lvl5pPr algn="l" indent="0" lvl="4" marL="1828800" rtl="false">
        <a:lnSpc>
          <a:spcPct val="90000"/>
        </a:lnSpc>
        <a:spcBef>
          <a:spcPts val="500"/>
        </a:spcBef>
        <a:buNone/>
        <a:defRPr dirty="0" lang="en-US" sz="1200">
          <a:solidFill>
            <a:schemeClr val="tx1"/>
          </a:solidFill>
          <a:latin typeface="+mn-lt"/>
        </a:defRPr>
      </a:lvl5pPr>
      <a:lvl6pPr algn="l" indent="-228600" lvl="5" marL="25146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6pPr>
      <a:lvl7pPr algn="l" indent="-228600" lvl="6" marL="29718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7pPr>
      <a:lvl8pPr algn="l" indent="-228600" lvl="7" marL="34290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8pPr>
      <a:lvl9pPr algn="l" indent="-228600" lvl="8" marL="3886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2" Target="../media/image1.png" Type="http://schemas.openxmlformats.org/officeDocument/2006/relationships/image"/><Relationship Id="rId1" Target="../slideLayouts/slideLayout12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2" Target="../charts/chart1.xml" Type="http://schemas.openxmlformats.org/officeDocument/2006/relationships/chart"/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1" Target="../slideLayouts/slideLayout5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Layouts/slideLayout6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2" Target="../tags/tag2.xml" Type="http://schemas.openxmlformats.org/officeDocument/2006/relationships/tags"/><Relationship Id="rId1" Target="../slideLayouts/slideLayout6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2" Target="../media/image7.png" Type="http://schemas.openxmlformats.org/officeDocument/2006/relationships/image"/><Relationship Id="rId1" Target="../slideLayouts/slideLayout4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2" Target="../media/image9.png" Type="http://schemas.openxmlformats.org/officeDocument/2006/relationships/image"/><Relationship Id="rId1" Target="../slideLayouts/slideLayout4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2" Target="../media/image8.png" Type="http://schemas.openxmlformats.org/officeDocument/2006/relationships/image"/><Relationship Id="rId1" Target="../slideLayouts/slideLayout4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2" Target="../media/image10.png" Type="http://schemas.openxmlformats.org/officeDocument/2006/relationships/image"/><Relationship Id="rId1" Target="../slideLayouts/slideLayout4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15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5">
            <a:extLst>
              <a:ext uri="{04DE072B-D58B-4AAA-82E6-F505636E8775}">
                <a16:creationId xmlns:a16="http://schemas.microsoft.com/office/drawing/2010/main" id="{75ADAF9A-4688-462F-8707-78CC5099638C}"/>
              </a:ext>
            </a:extLst>
          </p:cNvPr>
          <p:cNvPicPr>
            <a:picLocks noChangeAspect="true" noGrp="true"/>
          </p:cNvPicPr>
          <p:nvPr>
            <p:ph type="pic"/>
          </p:nvPr>
        </p:nvPicPr>
        <p:blipFill>
          <a:blip r:embed="rId2"/>
          <a:srcRect b="0" l="3630" r="3630" t="0"/>
          <a:stretch>
            <a:fillRect/>
          </a:stretch>
        </p:blipFill>
        <p:spPr/>
      </p:pic>
      <p:sp>
        <p:nvSpPr>
          <p:cNvPr id="3" name="Text Placeholder 7">
            <a:extLst>
              <a:ext uri="{204BABF7-4EC6-41A2-8AB8-A9886EBEDD73}">
                <a16:creationId xmlns:a16="http://schemas.microsoft.com/office/drawing/2010/main" id="{1930170B-ED26-4F52-AA0E-E4686F04AE0B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6250" y="3048000"/>
            <a:ext cx="2190750" cy="438816"/>
          </a:xfrm>
        </p:spPr>
        <p:txBody>
          <a:bodyPr rtlCol="0"/>
          <a:lstStyle/>
          <a:p>
            <a:pPr/>
            <a:r>
              <a:rPr dirty="0" lang="en-US"/>
              <a:t>Bhargav Veerabommala</a:t>
            </a:r>
            <a:br>
              <a:rPr dirty="0" lang="en-US"/>
            </a:br>
            <a:r>
              <a:rPr dirty="0" lang="en-US"/>
              <a:t>Associate </a:t>
            </a:r>
            <a:r>
              <a:rPr dirty="0" err="1" lang="en-US"/>
              <a:t>Engineer</a:t>
            </a:r>
            <a:endParaRPr dirty="0" err="1" lang="en-US"/>
          </a:p>
        </p:txBody>
      </p:sp>
      <p:sp>
        <p:nvSpPr>
          <p:cNvPr id="4" name="Title 1">
            <a:extLst>
              <a:ext uri="{AE478744-1E0B-49D0-8C7C-F6D79335BA02}">
                <a16:creationId xmlns:a16="http://schemas.microsoft.com/office/drawing/2010/main" id="{B640516B-039A-4DC1-9821-691104E1AC9D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/>
          <a:p>
            <a:pPr/>
            <a:r>
              <a:rPr b="1" dirty="0" lang="en-US" sz="4000">
                <a:latin typeface="Source Sans Pro"/>
              </a:rPr>
              <a:t>Job Board Lite</a:t>
            </a:r>
            <a:endParaRPr b="1" dirty="0" lang="en-US" sz="4000">
              <a:latin typeface="Source Sans Pro"/>
            </a:endParaRPr>
          </a:p>
        </p:txBody>
      </p:sp>
    </p:spTree>
    <p:extLst>
      <p:ext uri="{E2D15317-6F3E-4387-9782-DD408A4561B1}">
        <p14:creationId xmlns:p14="http://schemas.microsoft.com/office/powerpoint/2010/main" val="1746389016651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B8DE9744-D023-4576-AB37-1E1AD2B12E75}">
                <a16:creationId xmlns:a16="http://schemas.microsoft.com/office/drawing/2010/main" id="{F9DB1924-4AA7-481C-9C91-1504C2559827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1092841" y="1695173"/>
            <a:ext cx="3680136" cy="3086376"/>
          </a:xfrm>
        </p:spPr>
        <p:txBody>
          <a:bodyPr rtlCol="0"/>
          <a:lstStyle/>
          <a:p>
            <a:pPr/>
            <a:r>
              <a:rPr dirty="0" lang="en-US">
                <a:latin typeface="Arial"/>
              </a:rPr>
              <a:t/>
            </a:r>
          </a:p>
          <a:p>
            <a:pPr/>
            <a:r>
              <a:rPr dirty="0" lang="en-US" sz="1800">
                <a:latin typeface="Arial"/>
              </a:rPr>
              <a:t>•</a:t>
            </a:r>
            <a:r>
              <a:rPr dirty="0" lang="en-US" sz="1800">
                <a:latin typeface="Calibri"/>
              </a:rPr>
              <a:t>B.Tech</a:t>
            </a:r>
            <a:r>
              <a:rPr dirty="0" lang="en-US" sz="1800">
                <a:latin typeface="Calibri"/>
              </a:rPr>
              <a:t>in Computer Science and Engineering</a:t>
            </a:r>
          </a:p>
          <a:p>
            <a:pPr/>
            <a:r>
              <a:rPr dirty="0" lang="en-US" sz="1800">
                <a:latin typeface="Arial"/>
              </a:rPr>
              <a:t>•</a:t>
            </a:r>
            <a:r>
              <a:rPr dirty="0" lang="en-US" sz="1800">
                <a:latin typeface="Calibri"/>
              </a:rPr>
              <a:t>Skilled </a:t>
            </a:r>
            <a:r>
              <a:rPr dirty="0" lang="en-US" sz="1800">
                <a:latin typeface="Calibri"/>
              </a:rPr>
              <a:t>in full-stack development: Python, Java, Spring Boot, JavaScript, Angular, </a:t>
            </a:r>
            <a:r>
              <a:rPr dirty="0" lang="en-US" sz="1800">
                <a:latin typeface="Calibri"/>
              </a:rPr>
              <a:t>React.js</a:t>
            </a:r>
          </a:p>
          <a:p>
            <a:pPr/>
            <a:r>
              <a:rPr dirty="0" lang="en-US" sz="1800">
                <a:latin typeface="Arial"/>
              </a:rPr>
              <a:t>•</a:t>
            </a:r>
            <a:r>
              <a:rPr dirty="0" lang="en-US" sz="1800">
                <a:latin typeface="Calibri"/>
              </a:rPr>
              <a:t>Final-year </a:t>
            </a:r>
            <a:r>
              <a:rPr dirty="0" lang="en-US" sz="1800">
                <a:latin typeface="Calibri"/>
              </a:rPr>
              <a:t>project on deep learning (CNN) </a:t>
            </a:r>
            <a:r>
              <a:rPr dirty="0" lang="en-US" sz="1800">
                <a:latin typeface="Calibri"/>
              </a:rPr>
              <a:t>Seeki</a:t>
            </a:r>
            <a:r>
              <a:rPr dirty="0" lang="en-US" sz="1800">
                <a:latin typeface="Calibri"/>
              </a:rPr>
              <a:t>n</a:t>
            </a:r>
            <a:r>
              <a:rPr dirty="0" lang="en-US" sz="1800">
                <a:latin typeface="Calibri"/>
              </a:rPr>
              <a:t>g</a:t>
            </a:r>
            <a:br>
              <a:rPr dirty="0" lang="en-US" sz="1800"/>
            </a:br>
            <a:r>
              <a:rPr dirty="0" lang="en-US" sz="1800">
                <a:latin typeface="Calibri"/>
              </a:rPr>
              <a:t>roles in ML, Data Science,</a:t>
            </a:r>
            <a:endParaRPr dirty="0" lang="en-US" sz="1800">
              <a:latin typeface="Calibri"/>
            </a:endParaRPr>
          </a:p>
        </p:txBody>
      </p:sp>
      <p:pic>
        <p:nvPicPr>
          <p:cNvPr id="3" name="Picture Placeholder 9">
            <a:extLst>
              <a:ext uri="{52805229-2C7C-4B81-BDFE-54C95DE2E997}">
                <a16:creationId xmlns:a16="http://schemas.microsoft.com/office/drawing/2010/main" id="{760DB025-E2AB-4CD2-BB75-C6524C73C5B3}"/>
              </a:ext>
            </a:extLst>
          </p:cNvPr>
          <p:cNvPicPr>
            <a:picLocks noChangeAspect="true" noGrp="true"/>
          </p:cNvPicPr>
          <p:nvPr>
            <p:ph idx="1" type="pic"/>
          </p:nvPr>
        </p:nvPicPr>
        <p:blipFill>
          <a:blip r:embed="rId2"/>
          <a:srcRect b="0" l="24775" r="24775" t="0"/>
          <a:stretch>
            <a:fillRect/>
          </a:stretch>
        </p:blipFill>
        <p:spPr/>
      </p:pic>
      <p:sp>
        <p:nvSpPr>
          <p:cNvPr id="4" name="Título 3">
            <a:extLst>
              <a:ext uri="{A097C328-EC40-422B-A585-95D90F022C30}">
                <a16:creationId xmlns:a16="http://schemas.microsoft.com/office/drawing/2010/main" id="{1F176696-FDA3-499D-A8E9-7A9BEFA62E08}"/>
              </a:ext>
            </a:extLst>
          </p:cNvPr>
          <p:cNvSpPr>
            <a:spLocks noGrp="true"/>
          </p:cNvSpPr>
          <p:nvPr>
            <p:ph idx="2" type="title"/>
          </p:nvPr>
        </p:nvSpPr>
        <p:spPr/>
        <p:txBody>
          <a:bodyPr rtlCol="0"/>
          <a:lstStyle/>
          <a:p>
            <a:pPr/>
            <a:r>
              <a:rPr dirty="0" lang="en-US"/>
              <a:t>Personal Background</a:t>
            </a:r>
            <a:endParaRPr dirty="0" lang="en-US"/>
          </a:p>
        </p:txBody>
      </p:sp>
      <p:sp>
        <p:nvSpPr>
          <p:cNvPr hidden="false" id="5" name="Date Placeholder 1">
            <a:extLst>
              <a:ext uri="{E872B2A7-9DAC-4DCF-93F1-67B599C6C7E9}">
                <a16:creationId xmlns:a16="http://schemas.microsoft.com/office/drawing/2010/main" id="{2EC3680C-F674-4676-8F22-00034A3469AB}"/>
              </a:ext>
            </a:extLst>
          </p:cNvPr>
          <p:cNvSpPr>
            <a:spLocks noGrp="true"/>
          </p:cNvSpPr>
          <p:nvPr>
            <p:ph idx="5" sz="half" type="dt"/>
          </p:nvPr>
        </p:nvSpPr>
        <p:spPr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/>
            <a:fld id="{80B03718-C214-4A2F-A51F-2F3732C47311}" type="datetime4">
              <a:t>May 5, 2025</a:t>
            </a:fld>
            <a:endParaRPr dirty="0" lang="en-US"/>
          </a:p>
        </p:txBody>
      </p:sp>
    </p:spTree>
    <p:extLst>
      <p:ext uri="{20E805CB-3452-41DF-90BD-8AB733C811D3}">
        <p14:creationId xmlns:p14="http://schemas.microsoft.com/office/powerpoint/2010/main" val="1746389016653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B4FB26A3-3F47-4084-8E9F-25CD8A6BA43C}">
                <a16:creationId xmlns:a16="http://schemas.microsoft.com/office/drawing/2010/main" id="{75EACFAF-EF3A-4E32-ABE4-9ED655C48B6D}"/>
              </a:ext>
            </a:extLst>
          </p:cNvPr>
          <p:cNvSpPr>
            <a:spLocks noGrp="true"/>
          </p:cNvSpPr>
          <p:nvPr>
            <p:ph idx="11"/>
          </p:nvPr>
        </p:nvSpPr>
        <p:spPr/>
        <p:txBody>
          <a:bodyPr rtlCol="0">
            <a:normAutofit fontScale="100000" lnSpcReduction="0"/>
          </a:bodyPr>
          <a:lstStyle/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Core </a:t>
            </a:r>
            <a:r>
              <a:rPr dirty="0" lang="en-US">
                <a:latin typeface="Calibri"/>
              </a:rPr>
              <a:t>Java, </a:t>
            </a:r>
            <a:r>
              <a:rPr dirty="0" err="1" lang="en-US">
                <a:latin typeface="Calibri"/>
              </a:rPr>
              <a:t>OOPs</a:t>
            </a:r>
            <a:r>
              <a:rPr dirty="0" lang="en-US">
                <a:latin typeface="Calibri"/>
              </a:rPr>
              <a:t>, </a:t>
            </a:r>
            <a:r>
              <a:rPr dirty="0" lang="en-US">
                <a:latin typeface="Calibri"/>
              </a:rPr>
              <a:t>multi-threading</a:t>
            </a:r>
            <a:r>
              <a:rPr dirty="0" lang="en-US">
                <a:latin typeface="Calibri"/>
              </a:rPr>
              <a:t>, exception handling, collections</a:t>
            </a:r>
          </a:p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JUnit </a:t>
            </a:r>
            <a:r>
              <a:rPr dirty="0" lang="en-US">
                <a:latin typeface="Calibri"/>
              </a:rPr>
              <a:t>testing, Git, Agile tracking with Jira</a:t>
            </a:r>
          </a:p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SQL </a:t>
            </a:r>
            <a:r>
              <a:rPr dirty="0" lang="en-US">
                <a:latin typeface="Calibri"/>
              </a:rPr>
              <a:t>operations with JDBC, MySQL, and SQL Server</a:t>
            </a:r>
          </a:p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Spring </a:t>
            </a:r>
            <a:r>
              <a:rPr dirty="0" lang="en-US">
                <a:latin typeface="Calibri"/>
              </a:rPr>
              <a:t>Boot fundamentals, React for full-stack development </a:t>
            </a:r>
            <a:r>
              <a:rPr dirty="0" lang="en-US">
                <a:latin typeface="Calibri"/>
              </a:rPr>
              <a:t>Built</a:t>
            </a:r>
            <a:br>
              <a:rPr dirty="0" lang="en-US"/>
            </a:br>
            <a:r>
              <a:rPr dirty="0" lang="en-US">
                <a:latin typeface="Calibri"/>
              </a:rPr>
              <a:t>and deployed full-stack capstone project</a:t>
            </a:r>
            <a:endParaRPr dirty="0" lang="en-US">
              <a:latin typeface="Calibri"/>
            </a:endParaRPr>
          </a:p>
        </p:txBody>
      </p:sp>
      <p:sp>
        <p:nvSpPr>
          <p:cNvPr id="3" name="Título 4">
            <a:extLst>
              <a:ext uri="{4070B1E5-BECB-46E0-AD9C-04DE364F3816}">
                <a16:creationId xmlns:a16="http://schemas.microsoft.com/office/drawing/2010/main" id="{1191A8AA-A9A6-40A1-AF79-F687ABE39025}"/>
              </a:ext>
            </a:extLst>
          </p:cNvPr>
          <p:cNvSpPr>
            <a:spLocks noGrp="true"/>
          </p:cNvSpPr>
          <p:nvPr>
            <p:ph idx="10" type="title"/>
          </p:nvPr>
        </p:nvSpPr>
        <p:spPr/>
        <p:txBody>
          <a:bodyPr rtlCol="0"/>
          <a:lstStyle/>
          <a:p>
            <a:pPr lvl="0"/>
            <a:r>
              <a:rPr dirty="0" lang="en-US">
                <a:latin typeface="Calibri"/>
              </a:rPr>
              <a:t>Key  </a:t>
            </a:r>
            <a:r>
              <a:rPr dirty="0" lang="en-US">
                <a:latin typeface="Calibri"/>
              </a:rPr>
              <a:t>Learnings from </a:t>
            </a:r>
            <a:r>
              <a:rPr dirty="0" err="1" lang="en-US">
                <a:latin typeface="Calibri"/>
              </a:rPr>
              <a:t>HTD</a:t>
            </a:r>
            <a:r>
              <a:rPr dirty="0" lang="en-US">
                <a:latin typeface="Calibri"/>
              </a:rPr>
              <a:t> Program</a:t>
            </a:r>
            <a:endParaRPr dirty="0" lang="en-US">
              <a:latin typeface="Calibri"/>
            </a:endParaRPr>
          </a:p>
        </p:txBody>
      </p:sp>
      <p:sp>
        <p:nvSpPr>
          <p:cNvPr hidden="false" id="4" name="Slide Number Placeholder 1">
            <a:extLst>
              <a:ext uri="{2BC1594C-F820-4202-B694-006ECB44E185}">
                <a16:creationId xmlns:a16="http://schemas.microsoft.com/office/drawing/2010/main" id="{AAA08A4D-052B-428E-9D79-933073812547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fld id="{1D4D736A-CE92-4D81-9850-99D37FD5FE77}" type="slidenum"/>
            <a:endParaRPr dirty="0" lang="en-US"/>
          </a:p>
        </p:txBody>
      </p:sp>
    </p:spTree>
    <p:extLst>
      <p:ext uri="{1B6440FC-7404-433B-B46B-C6DFCCC67CB2}">
        <p14:creationId xmlns:p14="http://schemas.microsoft.com/office/powerpoint/2010/main" val="1746389016656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AE4AAC13-8049-49E9-99AE-4831D38A1B6B}">
                <a16:creationId xmlns:a16="http://schemas.microsoft.com/office/drawing/2010/main" id="{23E20971-BA1B-4C28-B121-2E5983F86B3D}"/>
              </a:ext>
            </a:extLst>
          </p:cNvPr>
          <p:cNvSpPr>
            <a:spLocks noGrp="true"/>
          </p:cNvSpPr>
          <p:nvPr>
            <p:ph type="body"/>
          </p:nvPr>
        </p:nvSpPr>
        <p:spPr/>
        <p:txBody>
          <a:bodyPr rtlCol="0"/>
          <a:lstStyle/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Job </a:t>
            </a:r>
            <a:r>
              <a:rPr dirty="0" lang="en-US">
                <a:latin typeface="Calibri"/>
              </a:rPr>
              <a:t>Board Lite: Web app for searching and applying to jobs</a:t>
            </a:r>
          </a:p>
          <a:p>
            <a:pPr/>
            <a:r>
              <a:rPr dirty="0" lang="en-US">
                <a:latin typeface="Calibri"/>
              </a:rPr>
              <a:t/>
            </a:r>
          </a:p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Features: Search Jobs</a:t>
            </a:r>
            <a:r>
              <a:rPr dirty="0" lang="en-US">
                <a:latin typeface="Calibri"/>
              </a:rPr>
              <a:t>, job listing, job details, apply form</a:t>
            </a:r>
          </a:p>
          <a:p>
            <a:pPr/>
            <a:r>
              <a:rPr dirty="0" lang="en-US">
                <a:latin typeface="Calibri"/>
              </a:rPr>
              <a:t/>
            </a:r>
          </a:p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Backend:</a:t>
            </a:r>
            <a:r>
              <a:rPr dirty="0" lang="en-US">
                <a:latin typeface="Calibri"/>
              </a:rPr>
              <a:t>Spring Boot | Frontend: React.js</a:t>
            </a:r>
            <a:endParaRPr dirty="0" lang="en-US">
              <a:latin typeface="Calibri"/>
            </a:endParaRPr>
          </a:p>
        </p:txBody>
      </p:sp>
      <p:pic>
        <p:nvPicPr>
          <p:cNvPr id="3" name="Picture Placeholder 7">
            <a:extLst>
              <a:ext uri="{E76E76F7-DE5E-4A0C-B1A9-DF9AC94E04B9}">
                <a16:creationId xmlns:a16="http://schemas.microsoft.com/office/drawing/2010/main" id="{F8D4438F-9E3C-4C0A-9A86-EB8BE9C69464}"/>
              </a:ext>
            </a:extLst>
          </p:cNvPr>
          <p:cNvPicPr>
            <a:picLocks noChangeAspect="true" noGrp="true"/>
          </p:cNvPicPr>
          <p:nvPr>
            <p:ph idx="1" type="pic"/>
          </p:nvPr>
        </p:nvPicPr>
        <p:blipFill>
          <a:blip r:embed="rId2"/>
          <a:srcRect b="13407" l="0" r="0" t="13407"/>
          <a:stretch>
            <a:fillRect/>
          </a:stretch>
        </p:blipFill>
        <p:spPr>
          <a:noFill/>
        </p:spPr>
      </p:pic>
      <p:sp>
        <p:nvSpPr>
          <p:cNvPr id="4" name="Título 1">
            <a:extLst>
              <a:ext uri="{0A768CAD-F75F-4AB6-86F8-EFD2972D32F5}">
                <a16:creationId xmlns:a16="http://schemas.microsoft.com/office/drawing/2010/main" id="{A66D1D62-5537-4338-8777-5345D83D9811}"/>
              </a:ext>
            </a:extLst>
          </p:cNvPr>
          <p:cNvSpPr>
            <a:spLocks noGrp="true"/>
          </p:cNvSpPr>
          <p:nvPr>
            <p:ph idx="2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Project</a:t>
            </a:r>
            <a:br>
              <a:rPr dirty="0" lang="en-US"/>
            </a:br>
            <a:r>
              <a:rPr dirty="0" lang="en-US">
                <a:latin typeface="Calibri"/>
              </a:rPr>
              <a:t>Overview</a:t>
            </a:r>
            <a:endParaRPr dirty="0" lang="en-US">
              <a:latin typeface="Calibri"/>
            </a:endParaRPr>
          </a:p>
        </p:txBody>
      </p:sp>
      <p:sp>
        <p:nvSpPr>
          <p:cNvPr id="5" name="Parallelogram 20">
            <a:extLst>
              <a:ext uri="{2E444CB9-A337-4D7B-8327-D017D72A3EB7}">
                <a16:creationId xmlns:a16="http://schemas.microsoft.com/office/drawing/2010/main" id="{46081C87-1103-4816-BB89-E35C87A0E4F8}"/>
              </a:ext>
            </a:extLst>
          </p:cNvPr>
          <p:cNvSpPr/>
          <p:nvPr/>
        </p:nvSpPr>
        <p:spPr>
          <a:xfrm rot="0">
            <a:off x="3575277" y="3318906"/>
            <a:ext cx="914400" cy="1581150"/>
          </a:xfrm>
          <a:prstGeom prst="parallelogram">
            <a:avLst>
              <a:gd fmla="val 61283" name="adj"/>
            </a:avLst>
          </a:prstGeom>
          <a:solidFill>
            <a:srgbClr val="c2a83e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</p:spTree>
    <p:extLst>
      <p:ext uri="{B2D01927-0CA4-46A2-B3EE-31B518E1CE78}">
        <p14:creationId xmlns:p14="http://schemas.microsoft.com/office/powerpoint/2010/main" val="1746389016659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false" id="2" name="Title 1">
            <a:extLst>
              <a:ext uri="{761937A4-3087-4D20-9106-204D0BA47236}">
                <a16:creationId xmlns:a16="http://schemas.microsoft.com/office/drawing/2010/main" id="{0FAA5F9F-1BBC-42B5-8D5F-67C46AC9A4A6}"/>
              </a:ext>
            </a:extLst>
          </p:cNvPr>
          <p:cNvSpPr>
            <a:spLocks noGrp="true"/>
          </p:cNvSpPr>
          <p:nvPr>
            <p:ph idx="10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Technology</a:t>
            </a:r>
            <a:br>
              <a:rPr dirty="0" lang="en-US"/>
            </a:br>
            <a:r>
              <a:rPr dirty="0" lang="en-US">
                <a:latin typeface="Calibri"/>
              </a:rPr>
              <a:t>Stack</a:t>
            </a:r>
            <a:endParaRPr dirty="0" lang="en-US">
              <a:latin typeface="Calibri"/>
            </a:endParaRPr>
          </a:p>
        </p:txBody>
      </p:sp>
      <p:sp>
        <p:nvSpPr>
          <p:cNvPr hidden="false" id="3" name="Text Placeholder 7">
            <a:extLst>
              <a:ext uri="{F923D365-AD9E-4F2C-A1FA-983192CEA351}">
                <a16:creationId xmlns:a16="http://schemas.microsoft.com/office/drawing/2010/main" id="{2F690E22-AD1F-4A0E-97D6-DC39E69D75FE}"/>
              </a:ext>
            </a:extLst>
          </p:cNvPr>
          <p:cNvSpPr>
            <a:spLocks noGrp="true"/>
          </p:cNvSpPr>
          <p:nvPr>
            <p:ph idx="11" type="body"/>
          </p:nvPr>
        </p:nvSpPr>
        <p:spPr/>
        <p:txBody>
          <a:bodyPr rtlCol="0"/>
          <a:lstStyle/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Backend:</a:t>
            </a:r>
            <a:br>
              <a:rPr dirty="0" lang="en-US"/>
            </a:br>
            <a:r>
              <a:rPr dirty="0" lang="en-US">
                <a:latin typeface="Calibri"/>
              </a:rPr>
              <a:t>Java 17, Spring Boot 3.4.5, Spring REST, </a:t>
            </a:r>
            <a:r>
              <a:rPr dirty="0" err="1" lang="en-US">
                <a:latin typeface="Calibri"/>
              </a:rPr>
              <a:t>JPA</a:t>
            </a:r>
            <a:r>
              <a:rPr dirty="0" lang="en-US">
                <a:latin typeface="Calibri"/>
              </a:rPr>
              <a:t>, Maven/ </a:t>
            </a:r>
            <a:r>
              <a:rPr dirty="0" lang="en-US">
                <a:latin typeface="Calibri"/>
              </a:rPr>
              <a:t>Gradle</a:t>
            </a:r>
            <a:r>
              <a:rPr dirty="0" lang="en-US">
                <a:latin typeface="Calibri"/>
              </a:rPr>
              <a:t>, MySQL</a:t>
            </a:r>
          </a:p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Frontend:</a:t>
            </a:r>
            <a:br>
              <a:rPr dirty="0" lang="en-US"/>
            </a:br>
            <a:r>
              <a:rPr dirty="0" lang="en-US">
                <a:latin typeface="Calibri"/>
              </a:rPr>
              <a:t>React 19, JavaScript (ES6+), </a:t>
            </a:r>
            <a:r>
              <a:rPr dirty="0" err="1" lang="en-US">
                <a:latin typeface="Calibri"/>
              </a:rPr>
              <a:t>Axios</a:t>
            </a:r>
            <a:r>
              <a:rPr dirty="0" lang="en-US">
                <a:latin typeface="Calibri"/>
              </a:rPr>
              <a:t>/Fetch, React Router, CSS</a:t>
            </a:r>
          </a:p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Tools:</a:t>
            </a:r>
            <a:br>
              <a:rPr dirty="0" lang="en-US"/>
            </a:br>
            <a:r>
              <a:rPr dirty="0" lang="en-US">
                <a:latin typeface="Calibri"/>
              </a:rPr>
              <a:t>Postman, npm, Git, Jira, VS Code/ </a:t>
            </a:r>
            <a:r>
              <a:rPr dirty="0" err="1" lang="en-US">
                <a:latin typeface="Calibri"/>
              </a:rPr>
              <a:t>IntelliJ</a:t>
            </a:r>
            <a:endParaRPr dirty="0" err="1" lang="en-US">
              <a:latin typeface="Calibri"/>
            </a:endParaRPr>
          </a:p>
        </p:txBody>
      </p:sp>
      <p:graphicFrame>
        <p:nvGraphicFramePr>
          <p:cNvPr hidden="false" id="4" name="">
            <a:extLst>
              <a:ext uri="{99CAAC63-C536-4EFD-A837-EE0ED9D633FE}">
                <a16:creationId xmlns:a16="http://schemas.microsoft.com/office/drawing/2010/main" id="{38889911-D30E-4098-B5D7-6C62D2199260}"/>
              </a:ext>
            </a:extLst>
          </p:cNvPr>
          <p:cNvGraphicFramePr>
            <a:graphicFrameLocks noChangeAspect="true"/>
          </p:cNvGraphicFramePr>
          <p:nvPr>
            <p:ph idx="12"/>
          </p:nvPr>
        </p:nvGraphicFramePr>
        <p:xfrm flipH="false" flipV="false" rot="0">
          <a:off x="4644009" y="645147"/>
          <a:ext cx="3763459" cy="3853196"/>
        </p:xfrm>
        <a:graphic>
          <a:graphicData uri="http://schemas.openxmlformats.org/drawingml/2006/chart">
            <c:chart r:id="rId2"/>
          </a:graphicData>
        </a:graphic>
      </p:graphicFrame>
    </p:spTree>
    <p:extLst>
      <p:ext uri="{DC1EF6B2-F613-4CA8-BE3B-102548876B81}">
        <p14:creationId xmlns:p14="http://schemas.microsoft.com/office/powerpoint/2010/main" val="1746389016667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3E359820-F8FB-4417-93AB-1E6CD684B071}">
                <a16:creationId xmlns:a16="http://schemas.microsoft.com/office/drawing/2010/main" id="{FC52BA3B-4B7E-403D-9C3C-3E82D503C2D7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5832024" y="2147030"/>
            <a:ext cx="2702375" cy="552945"/>
          </a:xfrm>
        </p:spPr>
        <p:txBody>
          <a:bodyPr rtlCol="0"/>
          <a:lstStyle/>
          <a:p>
            <a:pPr/>
            <a:r>
              <a:rPr dirty="0" lang="en-US">
                <a:latin typeface="Calibri"/>
              </a:rPr>
              <a:t>Set </a:t>
            </a:r>
            <a:r>
              <a:rPr dirty="0" lang="en-US">
                <a:latin typeface="Calibri"/>
              </a:rPr>
              <a:t>up Spring Boot backend with REST APIs and MySQL</a:t>
            </a:r>
            <a:endParaRPr dirty="0" lang="en-US">
              <a:latin typeface="Calibri"/>
            </a:endParaRPr>
          </a:p>
        </p:txBody>
      </p:sp>
      <p:sp>
        <p:nvSpPr>
          <p:cNvPr id="3" name="Text Placeholder 15">
            <a:extLst>
              <a:ext uri="{69AAB74D-CBEB-4F3A-B086-FAD4DB8AD49D}">
                <a16:creationId xmlns:a16="http://schemas.microsoft.com/office/drawing/2010/main" id="{22111F99-18FF-4E89-8F1B-A44D67A20B95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5832024" y="3050724"/>
            <a:ext cx="2702375" cy="639841"/>
          </a:xfrm>
        </p:spPr>
        <p:txBody>
          <a:bodyPr rtlCol="0"/>
          <a:lstStyle/>
          <a:p>
            <a:pPr/>
            <a:r>
              <a:rPr dirty="0" lang="en-US">
                <a:latin typeface="Calibri"/>
              </a:rPr>
              <a:t>Create </a:t>
            </a:r>
            <a:r>
              <a:rPr dirty="0" lang="en-US">
                <a:latin typeface="Calibri"/>
              </a:rPr>
              <a:t>React frontend with routing and reusable components</a:t>
            </a:r>
            <a:endParaRPr dirty="0" lang="en-US">
              <a:latin typeface="Calibri"/>
            </a:endParaRPr>
          </a:p>
        </p:txBody>
      </p:sp>
      <p:sp>
        <p:nvSpPr>
          <p:cNvPr id="4" name="Text Placeholder 16">
            <a:extLst>
              <a:ext uri="{AE080B4E-2ADF-491C-B632-E8735487849B}">
                <a16:creationId xmlns:a16="http://schemas.microsoft.com/office/drawing/2010/main" id="{05C821BD-885A-407A-94F7-A8A5724A4973}"/>
              </a:ext>
            </a:extLst>
          </p:cNvPr>
          <p:cNvSpPr>
            <a:spLocks noGrp="true"/>
          </p:cNvSpPr>
          <p:nvPr>
            <p:ph idx="2" type="body"/>
          </p:nvPr>
        </p:nvSpPr>
        <p:spPr/>
        <p:txBody>
          <a:bodyPr rtlCol="0"/>
          <a:lstStyle/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Integrate </a:t>
            </a:r>
            <a:r>
              <a:rPr dirty="0" lang="en-US">
                <a:latin typeface="Calibri"/>
              </a:rPr>
              <a:t>frontend with backend using Fetch/ </a:t>
            </a:r>
            <a:r>
              <a:rPr dirty="0" err="1" lang="en-US">
                <a:latin typeface="Calibri"/>
              </a:rPr>
              <a:t>Axios</a:t>
            </a:r>
          </a:p>
          <a:p>
            <a:pPr/>
            <a:r>
              <a:rPr dirty="0" lang="en-US">
                <a:latin typeface="Arial"/>
              </a:rPr>
              <a:t>•</a:t>
            </a:r>
            <a:r>
              <a:rPr dirty="0" lang="en-US">
                <a:latin typeface="Calibri"/>
              </a:rPr>
              <a:t>Style </a:t>
            </a:r>
            <a:r>
              <a:rPr dirty="0" lang="en-US">
                <a:latin typeface="Calibri"/>
              </a:rPr>
              <a:t>components with Bootstrap.</a:t>
            </a:r>
            <a:endParaRPr dirty="0" lang="en-US">
              <a:latin typeface="Calibri"/>
            </a:endParaRPr>
          </a:p>
        </p:txBody>
      </p:sp>
      <p:pic>
        <p:nvPicPr>
          <p:cNvPr id="5" name="Picture Placeholder 8">
            <a:extLst>
              <a:ext uri="{E387395D-6C4C-412B-AF35-4D3235839604}">
                <a16:creationId xmlns:a16="http://schemas.microsoft.com/office/drawing/2010/main" id="{4F6A18BF-EB74-43F0-B1A3-65D2C87CA394}"/>
              </a:ext>
            </a:extLst>
          </p:cNvPr>
          <p:cNvPicPr>
            <a:picLocks noChangeAspect="true" noGrp="true"/>
          </p:cNvPicPr>
          <p:nvPr>
            <p:ph idx="3" type="pic"/>
          </p:nvPr>
        </p:nvPicPr>
        <p:blipFill>
          <a:blip r:embed="rId2"/>
          <a:srcRect b="-230" l="35420" r="4740" t="230"/>
          <a:stretch>
            <a:fillRect/>
          </a:stretch>
        </p:blipFill>
        <p:spPr/>
      </p:pic>
      <p:sp>
        <p:nvSpPr>
          <p:cNvPr id="6" name="Título 1">
            <a:extLst>
              <a:ext uri="{BE248B32-16D1-4E61-91AD-541D06D3CCB0}">
                <a16:creationId xmlns:a16="http://schemas.microsoft.com/office/drawing/2010/main" id="{EFEC0C17-DA1D-4166-BFDE-A296ECB03A80}"/>
              </a:ext>
            </a:extLst>
          </p:cNvPr>
          <p:cNvSpPr>
            <a:spLocks noGrp="true"/>
          </p:cNvSpPr>
          <p:nvPr>
            <p:ph idx="4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Development</a:t>
            </a:r>
            <a:br>
              <a:rPr dirty="0" lang="en-US"/>
            </a:br>
            <a:r>
              <a:rPr dirty="0" lang="en-US">
                <a:latin typeface="Calibri"/>
              </a:rPr>
              <a:t>Steps</a:t>
            </a:r>
            <a:endParaRPr dirty="0" lang="en-US">
              <a:latin typeface="Calibri"/>
            </a:endParaRPr>
          </a:p>
        </p:txBody>
      </p:sp>
    </p:spTree>
    <p:extLst>
      <p:ext uri="{10F33CFA-1AE4-4557-B4D6-AAEA8F10B5A5}">
        <p14:creationId xmlns:p14="http://schemas.microsoft.com/office/powerpoint/2010/main" val="1746389016670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false" id="2" name="Title 1">
            <a:extLst>
              <a:ext uri="{C68BDFF3-2075-4A32-9537-42BFC014D083}">
                <a16:creationId xmlns:a16="http://schemas.microsoft.com/office/drawing/2010/main" id="{57A2FB72-B6C8-4E6B-8787-DF734EE4B8CE}"/>
              </a:ext>
            </a:extLst>
          </p:cNvPr>
          <p:cNvSpPr>
            <a:spLocks noGrp="true"/>
          </p:cNvSpPr>
          <p:nvPr>
            <p:ph idx="2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Challenges</a:t>
            </a:r>
            <a:br>
              <a:rPr dirty="0" lang="en-US"/>
            </a:br>
            <a:r>
              <a:rPr dirty="0" lang="en-US">
                <a:latin typeface="Calibri"/>
              </a:rPr>
              <a:t>Faced</a:t>
            </a:r>
            <a:endParaRPr dirty="0" lang="en-US">
              <a:latin typeface="Calibri"/>
            </a:endParaRPr>
          </a:p>
        </p:txBody>
      </p:sp>
      <p:sp>
        <p:nvSpPr>
          <p:cNvPr hidden="false" id="3" name="Slide Number Placeholder 1">
            <a:extLst>
              <a:ext uri="{DEDB25E8-6B1E-40CA-B657-8E1AE135375A}">
                <a16:creationId xmlns:a16="http://schemas.microsoft.com/office/drawing/2010/main" id="{57B7FC5E-1102-40B3-88CE-14FC66306693}"/>
              </a:ext>
            </a:extLst>
          </p:cNvPr>
          <p:cNvSpPr>
            <a:spLocks noGrp="true"/>
          </p:cNvSpPr>
          <p:nvPr>
            <p:ph idx="3" sz="quarter" type="sldNum"/>
          </p:nvPr>
        </p:nvSpPr>
        <p:spPr/>
        <p:txBody>
          <a:bodyPr rtlCol="0"/>
          <a:lstStyle/>
          <a:p>
            <a:pPr/>
            <a:fld id="{30EB64F1-B7C4-4CEC-A7EF-A5A85587D13A}" type="slidenum"/>
            <a:endParaRPr dirty="0" lang="en-US"/>
          </a:p>
        </p:txBody>
      </p:sp>
      <p:sp>
        <p:nvSpPr>
          <p:cNvPr id="4" name="Text Box 5">
            <a:extLst>
              <a:ext uri="{75D46EB2-958C-4E88-BE90-FE19FE6C556A}">
                <a16:creationId xmlns:a16="http://schemas.microsoft.com/office/drawing/2010/main" id="{748D6F4C-48BB-4EEB-9413-54D79C2AD10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 flipH="false" flipV="false" rot="0">
            <a:off x="4314196" y="993919"/>
            <a:ext cx="4066641" cy="2228326"/>
          </a:xfrm>
          <a:ln cap="flat" w="25400">
            <a:solidFill>
              <a:schemeClr val="accent1">
                <a:shade val="50000"/>
              </a:schemeClr>
            </a:solidFill>
            <a:prstDash val="solid"/>
            <a:round/>
          </a:ln>
        </p:spPr>
        <p:txBody>
          <a:bodyPr anchor="ctr" bIns="47625" lIns="95250" rIns="95250" rtlCol="0" tIns="47625">
            <a:spAutoFit/>
          </a:bodyPr>
          <a:lstStyle/>
          <a:p>
            <a:pPr algn="l">
              <a:defRPr dirty="0" lang="en-US" sz="1400"/>
            </a:pPr>
            <a:r>
              <a:rPr dirty="0" lang="en-US" sz="1800">
                <a:latin typeface="Arial"/>
              </a:rPr>
              <a:t>•</a:t>
            </a:r>
            <a:r>
              <a:rPr dirty="0" lang="en-US" sz="1800">
                <a:latin typeface="Calibri"/>
              </a:rPr>
              <a:t>CORS </a:t>
            </a:r>
            <a:r>
              <a:rPr dirty="0" lang="en-US" sz="1800">
                <a:latin typeface="Calibri"/>
              </a:rPr>
              <a:t>issues during frontend-backend integration</a:t>
            </a:r>
          </a:p>
          <a:p>
            <a:pPr algn="l">
              <a:defRPr dirty="0" lang="en-US" sz="1400"/>
            </a:pPr>
            <a:r>
              <a:rPr dirty="0" lang="en-US" sz="1800">
                <a:latin typeface="Arial"/>
              </a:rPr>
              <a:t>•</a:t>
            </a:r>
            <a:r>
              <a:rPr dirty="0" lang="en-US" sz="1800">
                <a:latin typeface="Calibri"/>
              </a:rPr>
              <a:t>Data </a:t>
            </a:r>
            <a:r>
              <a:rPr dirty="0" lang="en-US" sz="1800">
                <a:latin typeface="Calibri"/>
              </a:rPr>
              <a:t>format mismatches between frontend and backend</a:t>
            </a:r>
          </a:p>
          <a:p>
            <a:pPr algn="l">
              <a:defRPr dirty="0" lang="en-US" sz="1400"/>
            </a:pPr>
            <a:r>
              <a:rPr dirty="0" lang="en-US" sz="1800">
                <a:latin typeface="Arial"/>
              </a:rPr>
              <a:t>•</a:t>
            </a:r>
            <a:r>
              <a:rPr dirty="0" lang="en-US" sz="1800">
                <a:latin typeface="Calibri"/>
              </a:rPr>
              <a:t>SQL </a:t>
            </a:r>
            <a:r>
              <a:rPr dirty="0" lang="en-US" sz="1800">
                <a:latin typeface="Calibri"/>
              </a:rPr>
              <a:t>performance tuning for user-specific queries</a:t>
            </a:r>
          </a:p>
          <a:p>
            <a:pPr algn="l">
              <a:defRPr dirty="0" lang="en-US" sz="1400"/>
            </a:pPr>
            <a:r>
              <a:rPr dirty="0" lang="en-US" sz="1800">
                <a:latin typeface="Arial"/>
              </a:rPr>
              <a:t>•</a:t>
            </a:r>
            <a:r>
              <a:rPr dirty="0" lang="en-US" sz="1800">
                <a:latin typeface="Calibri"/>
              </a:rPr>
              <a:t>Ensuring </a:t>
            </a:r>
            <a:r>
              <a:rPr dirty="0" lang="en-US" sz="1800">
                <a:latin typeface="Calibri"/>
              </a:rPr>
              <a:t>smooth API communication            </a:t>
            </a:r>
          </a:p>
          <a:p>
            <a:pPr algn="ctr">
              <a:defRPr dirty="0" lang="en-US" sz="1400"/>
            </a:pPr>
            <a:r>
              <a:rPr dirty="0" lang="en-US">
                <a:latin typeface="Calibri"/>
              </a:rPr>
              <a:t/>
            </a:r>
            <a:endParaRPr dirty="0" lang="en-US">
              <a:latin typeface="Calibri"/>
            </a:endParaRPr>
          </a:p>
        </p:txBody>
      </p:sp>
    </p:spTree>
    <p:extLst>
      <p:ext uri="{75BAB1DA-6A5D-41C2-BC4E-30343925948E}">
        <p14:creationId xmlns:p14="http://schemas.microsoft.com/office/powerpoint/2010/main" val="1746389016672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false" id="2" name="Title 1">
            <a:extLst>
              <a:ext uri="{70C903FE-276D-4EC3-B245-5C9444F30F23}">
                <a16:creationId xmlns:a16="http://schemas.microsoft.com/office/drawing/2010/main" id="{B469A408-7440-4DF0-B1F3-DF0679A9A7F1}"/>
              </a:ext>
            </a:extLst>
          </p:cNvPr>
          <p:cNvSpPr>
            <a:spLocks noGrp="true"/>
          </p:cNvSpPr>
          <p:nvPr>
            <p:ph idx="2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Future</a:t>
            </a:r>
            <a:br>
              <a:rPr dirty="0" lang="en-US"/>
            </a:br>
            <a:r>
              <a:rPr dirty="0" lang="en-US">
                <a:latin typeface="Calibri"/>
              </a:rPr>
              <a:t>Scope</a:t>
            </a:r>
            <a:endParaRPr dirty="0" lang="en-US">
              <a:latin typeface="Calibri"/>
            </a:endParaRPr>
          </a:p>
        </p:txBody>
      </p:sp>
      <p:sp>
        <p:nvSpPr>
          <p:cNvPr hidden="false" id="3" name="Slide Number Placeholder 1">
            <a:extLst>
              <a:ext uri="{65088F1D-EBEB-4D35-9023-10578E848566}">
                <a16:creationId xmlns:a16="http://schemas.microsoft.com/office/drawing/2010/main" id="{19E9538D-0A89-464B-A18B-C11EC5204A03}"/>
              </a:ext>
            </a:extLst>
          </p:cNvPr>
          <p:cNvSpPr>
            <a:spLocks noGrp="true"/>
          </p:cNvSpPr>
          <p:nvPr>
            <p:ph idx="3" sz="quarter" type="sldNum"/>
          </p:nvPr>
        </p:nvSpPr>
        <p:spPr/>
        <p:txBody>
          <a:bodyPr rtlCol="0"/>
          <a:lstStyle/>
          <a:p>
            <a:pPr/>
            <a:fld id="{93DF9B94-F3D0-489B-AA3E-E82194CDBAE4}" type="slidenum"/>
            <a:endParaRPr dirty="0" lang="en-US"/>
          </a:p>
        </p:txBody>
      </p:sp>
      <p:sp>
        <p:nvSpPr>
          <p:cNvPr id="4" name="Text Box 3">
            <a:extLst>
              <a:ext uri="{D96A2444-FD9B-467B-B66E-F0D8387A0CE1}">
                <a16:creationId xmlns:a16="http://schemas.microsoft.com/office/drawing/2010/main" id="{4BCC0AAE-1F0C-4D38-92E0-8D6671DD53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 flipH="false" flipV="false" rot="0">
            <a:off x="4191000" y="887787"/>
            <a:ext cx="4189838" cy="2964132"/>
          </a:xfrm>
          <a:solidFill>
            <a:schemeClr val="accent1"/>
          </a:solidFill>
          <a:ln cap="flat" w="25400">
            <a:solidFill>
              <a:schemeClr val="accent1"/>
            </a:solidFill>
            <a:prstDash val="solid"/>
            <a:round/>
          </a:ln>
        </p:spPr>
        <p:txBody>
          <a:bodyPr anchor="ctr" bIns="47625" lIns="95250" rIns="95250" rtlCol="0" tIns="47625">
            <a:spAutoFit/>
          </a:bodyPr>
          <a:lstStyle/>
          <a:p>
            <a:pPr algn="l">
              <a:defRPr dirty="0" lang="en-US" sz="1400"/>
            </a:pPr>
            <a:r>
              <a:rPr dirty="0" lang="en-US" sz="1600">
                <a:latin typeface="Arial"/>
              </a:rPr>
              <a:t>•</a:t>
            </a:r>
            <a:r>
              <a:rPr dirty="0" lang="en-US" sz="1600">
                <a:latin typeface="Calibri"/>
              </a:rPr>
              <a:t>Add </a:t>
            </a:r>
            <a:r>
              <a:rPr dirty="0" lang="en-US" sz="1600">
                <a:latin typeface="Calibri"/>
              </a:rPr>
              <a:t>user registration and login with </a:t>
            </a:r>
            <a:r>
              <a:rPr dirty="0" lang="en-US" sz="1600">
                <a:latin typeface="Calibri"/>
              </a:rPr>
              <a:t>AuthGuard</a:t>
            </a:r>
          </a:p>
          <a:p>
            <a:pPr algn="l">
              <a:defRPr dirty="0" lang="en-US" sz="1400"/>
            </a:pPr>
            <a:r>
              <a:rPr dirty="0" lang="en-US" sz="1600">
                <a:latin typeface="Arial"/>
              </a:rPr>
              <a:t>•</a:t>
            </a:r>
            <a:r>
              <a:rPr dirty="0" lang="en-US" sz="1600">
                <a:latin typeface="Calibri"/>
              </a:rPr>
              <a:t>Resume </a:t>
            </a:r>
            <a:r>
              <a:rPr dirty="0" lang="en-US" sz="1600">
                <a:latin typeface="Calibri"/>
              </a:rPr>
              <a:t>upload and storage (link format)</a:t>
            </a:r>
          </a:p>
          <a:p>
            <a:pPr algn="l">
              <a:defRPr dirty="0" lang="en-US" sz="1400"/>
            </a:pPr>
            <a:r>
              <a:rPr dirty="0" lang="en-US" sz="1600">
                <a:latin typeface="Arial"/>
              </a:rPr>
              <a:t>•</a:t>
            </a:r>
            <a:r>
              <a:rPr dirty="0" lang="en-US" sz="1600">
                <a:latin typeface="Calibri"/>
              </a:rPr>
              <a:t>Email </a:t>
            </a:r>
            <a:r>
              <a:rPr dirty="0" lang="en-US" sz="1600">
                <a:latin typeface="Calibri"/>
              </a:rPr>
              <a:t>notifications after job application</a:t>
            </a:r>
          </a:p>
          <a:p>
            <a:pPr algn="l">
              <a:defRPr dirty="0" lang="en-US" sz="1400"/>
            </a:pPr>
            <a:r>
              <a:rPr dirty="0" lang="en-US" sz="1600">
                <a:latin typeface="Arial"/>
              </a:rPr>
              <a:t>•</a:t>
            </a:r>
            <a:r>
              <a:rPr dirty="0" lang="en-US" sz="1600">
                <a:latin typeface="Calibri"/>
              </a:rPr>
              <a:t>Recruiter </a:t>
            </a:r>
            <a:r>
              <a:rPr dirty="0" lang="en-US" sz="1600">
                <a:latin typeface="Calibri"/>
              </a:rPr>
              <a:t>module for posting and managing jobs</a:t>
            </a:r>
            <a:endParaRPr dirty="0" lang="en-US" sz="1600">
              <a:latin typeface="Calibri"/>
            </a:endParaRPr>
          </a:p>
        </p:txBody>
      </p:sp>
    </p:spTree>
    <p:extLst>
      <p:ext uri="{C153532A-DF29-42CC-832E-FEEBCDEF7CBE}">
        <p14:creationId xmlns:p14="http://schemas.microsoft.com/office/powerpoint/2010/main" val="1746389016675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false" id="2" name="Title 1">
            <a:extLst>
              <a:ext uri="{1EDB9D89-4B4C-4BB7-ACB4-E6BEB782E558}">
                <a16:creationId xmlns:a16="http://schemas.microsoft.com/office/drawing/2010/main" id="{9785DCA0-C7DE-4919-A1CC-BA0B53D8068B}"/>
              </a:ext>
            </a:extLst>
          </p:cNvPr>
          <p:cNvSpPr>
            <a:spLocks noGrp="true"/>
          </p:cNvSpPr>
          <p:nvPr>
            <p:ph idx="10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Project  </a:t>
            </a:r>
            <a:r>
              <a:rPr dirty="0" lang="en-US">
                <a:latin typeface="Calibri"/>
              </a:rPr>
              <a:t>Screenshots</a:t>
            </a:r>
            <a:endParaRPr dirty="0" lang="en-US">
              <a:latin typeface="Calibri"/>
            </a:endParaRPr>
          </a:p>
        </p:txBody>
      </p:sp>
      <p:pic>
        <p:nvPicPr>
          <p:cNvPr id="3" name="Image 2">
            <a:extLst>
              <a:ext uri="{80F171C0-B81F-4EF3-8C03-FFDDE5D78360}">
                <a16:creationId xmlns:a16="http://schemas.microsoft.com/office/drawing/2010/main" id="{F2256363-96F8-47BC-933C-7255D17406D4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1380744" y="1122435"/>
            <a:ext cx="5015369" cy="3999242"/>
          </a:xfrm>
          <a:prstGeom prst="rect">
            <a:avLst/>
          </a:prstGeom>
          <a:noFill/>
        </p:spPr>
      </p:pic>
    </p:spTree>
    <p:extLst>
      <p:ext uri="{6D367D79-5749-417D-A874-4B574580D99B}">
        <p14:creationId xmlns:p14="http://schemas.microsoft.com/office/powerpoint/2010/main" val="1746389016678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false" id="2" name="Title 1">
            <a:extLst>
              <a:ext uri="{11BDE4CB-8D74-48AD-973E-72EFFBBA9BF2}">
                <a16:creationId xmlns:a16="http://schemas.microsoft.com/office/drawing/2010/main" id="{6D1646F8-D1D5-4590-A75C-BFAFB16F8119}"/>
              </a:ext>
            </a:extLst>
          </p:cNvPr>
          <p:cNvSpPr>
            <a:spLocks noGrp="true"/>
          </p:cNvSpPr>
          <p:nvPr>
            <p:ph idx="10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Project  </a:t>
            </a:r>
            <a:r>
              <a:rPr dirty="0" lang="en-US">
                <a:latin typeface="Calibri"/>
              </a:rPr>
              <a:t>Screenshots</a:t>
            </a:r>
            <a:endParaRPr dirty="0" lang="en-US">
              <a:latin typeface="Calibri"/>
            </a:endParaRPr>
          </a:p>
        </p:txBody>
      </p:sp>
      <p:pic>
        <p:nvPicPr>
          <p:cNvPr id="3" name="Image 2">
            <a:extLst>
              <a:ext uri="{2728D67D-A6AE-4E1C-83B8-815E9A115888}">
                <a16:creationId xmlns:a16="http://schemas.microsoft.com/office/drawing/2010/main" id="{0F936EB4-A544-4AE4-BAEE-1ED0AF0CBB01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727090" y="1171984"/>
            <a:ext cx="7689808" cy="3452403"/>
          </a:xfrm>
          <a:prstGeom prst="rect">
            <a:avLst/>
          </a:prstGeom>
          <a:noFill/>
        </p:spPr>
      </p:pic>
    </p:spTree>
    <p:extLst>
      <p:ext uri="{BB9E26CF-E909-448A-AACF-E08A2F912EA7}">
        <p14:creationId xmlns:p14="http://schemas.microsoft.com/office/powerpoint/2010/main" val="1746389016680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false" id="2" name="Title 1">
            <a:extLst>
              <a:ext uri="{69FFA319-903E-4AB5-B3E5-C5EB626941F2}">
                <a16:creationId xmlns:a16="http://schemas.microsoft.com/office/drawing/2010/main" id="{8EED156A-DFE5-4EC3-8C1D-9707701E3455}"/>
              </a:ext>
            </a:extLst>
          </p:cNvPr>
          <p:cNvSpPr>
            <a:spLocks noGrp="true"/>
          </p:cNvSpPr>
          <p:nvPr>
            <p:ph idx="10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Project  </a:t>
            </a:r>
            <a:r>
              <a:rPr dirty="0" lang="en-US">
                <a:latin typeface="Calibri"/>
              </a:rPr>
              <a:t>Screenshots</a:t>
            </a:r>
            <a:endParaRPr dirty="0" lang="en-US">
              <a:latin typeface="Calibri"/>
            </a:endParaRPr>
          </a:p>
        </p:txBody>
      </p:sp>
      <p:pic>
        <p:nvPicPr>
          <p:cNvPr id="3" name="Image 2">
            <a:extLst>
              <a:ext uri="{917B4D93-6D9C-4D1A-891F-14B7D1A8B191}">
                <a16:creationId xmlns:a16="http://schemas.microsoft.com/office/drawing/2010/main" id="{D8B369DC-CD40-4B67-AD56-C908B10CAC12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461486" y="1202207"/>
            <a:ext cx="8221018" cy="3648075"/>
          </a:xfrm>
          <a:prstGeom prst="rect">
            <a:avLst/>
          </a:prstGeom>
          <a:noFill/>
        </p:spPr>
      </p:pic>
    </p:spTree>
    <p:extLst>
      <p:ext uri="{F8FF78C3-D573-4A6B-B0FB-0C36BB738209}">
        <p14:creationId xmlns:p14="http://schemas.microsoft.com/office/powerpoint/2010/main" val="1746389016682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false" id="2" name="Title 1">
            <a:extLst>
              <a:ext uri="{91F1EB76-6E6E-4A8E-95AD-DF5115CE97F7}">
                <a16:creationId xmlns:a16="http://schemas.microsoft.com/office/drawing/2010/main" id="{39EDC61F-44C8-4208-9951-93A74101885A}"/>
              </a:ext>
            </a:extLst>
          </p:cNvPr>
          <p:cNvSpPr>
            <a:spLocks noGrp="true"/>
          </p:cNvSpPr>
          <p:nvPr>
            <p:ph idx="10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Project  </a:t>
            </a:r>
            <a:r>
              <a:rPr dirty="0" lang="en-US">
                <a:latin typeface="Calibri"/>
              </a:rPr>
              <a:t>Screenshots</a:t>
            </a:r>
            <a:endParaRPr dirty="0" lang="en-US">
              <a:latin typeface="Calibri"/>
            </a:endParaRPr>
          </a:p>
        </p:txBody>
      </p:sp>
      <p:pic>
        <p:nvPicPr>
          <p:cNvPr id="3" name="Image 2">
            <a:extLst>
              <a:ext uri="{68E8E4E0-77B6-4A95-B05E-B32D80D28D4C}">
                <a16:creationId xmlns:a16="http://schemas.microsoft.com/office/drawing/2010/main" id="{07336597-D0EB-4641-A55F-1D61A243974B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359940" y="1195768"/>
            <a:ext cx="8590598" cy="3776281"/>
          </a:xfrm>
          <a:prstGeom prst="rect">
            <a:avLst/>
          </a:prstGeom>
          <a:noFill/>
        </p:spPr>
      </p:pic>
    </p:spTree>
    <p:extLst>
      <p:ext uri="{8B2008D4-E7C1-4CE4-AE12-7C1EAC6F91B9}">
        <p14:creationId xmlns:p14="http://schemas.microsoft.com/office/powerpoint/2010/main" val="1746389016684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false" id="2" name="Title 1">
            <a:extLst>
              <a:ext uri="{EE0A2DC9-DB41-4673-8A8C-C3BCA6A4A40E}">
                <a16:creationId xmlns:a16="http://schemas.microsoft.com/office/drawing/2010/main" id="{CA39B586-4A08-47FA-AC2B-284FE4AAEDF1}"/>
              </a:ext>
            </a:extLst>
          </p:cNvPr>
          <p:cNvSpPr>
            <a:spLocks noGrp="true"/>
          </p:cNvSpPr>
          <p:nvPr>
            <p:ph idx="5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Conclusion</a:t>
            </a:r>
            <a:endParaRPr dirty="0" lang="en-US">
              <a:latin typeface="Calibri"/>
            </a:endParaRPr>
          </a:p>
        </p:txBody>
      </p:sp>
      <p:sp>
        <p:nvSpPr>
          <p:cNvPr hidden="false" id="3" name="">
            <a:extLst>
              <a:ext uri="{275736D4-E441-4B6C-957B-2279E7331A95}">
                <a16:creationId xmlns:a16="http://schemas.microsoft.com/office/drawing/2010/main" id="{BE2DC3EB-BD91-463F-95C1-90678550A715}"/>
              </a:ext>
            </a:extLst>
          </p:cNvPr>
          <p:cNvSpPr/>
          <p:nvPr>
            <p:ph type="body"/>
          </p:nvPr>
        </p:nvSpPr>
        <p:spPr>
          <a:xfrm rot="0">
            <a:off x="5968050" y="1195768"/>
            <a:ext cx="2996469" cy="1676581"/>
          </a:xfrm>
        </p:spPr>
        <p:txBody>
          <a:bodyPr rtlCol="0"/>
          <a:lstStyle/>
          <a:p>
            <a:pPr algn="l"/>
            <a:r>
              <a:rPr dirty="0" lang="en-US" sz="1600">
                <a:latin typeface="Arial"/>
              </a:rPr>
              <a:t>•</a:t>
            </a:r>
            <a:r>
              <a:rPr dirty="0" lang="en-US" sz="1600">
                <a:latin typeface="Calibri"/>
              </a:rPr>
              <a:t>Developed </a:t>
            </a:r>
            <a:r>
              <a:rPr dirty="0" lang="en-US" sz="1600">
                <a:latin typeface="Calibri"/>
              </a:rPr>
              <a:t>a minimal job board using Spring Boot and React</a:t>
            </a:r>
          </a:p>
          <a:p>
            <a:pPr algn="l"/>
            <a:r>
              <a:rPr dirty="0" lang="en-US" sz="1600">
                <a:latin typeface="Arial"/>
              </a:rPr>
              <a:t>•</a:t>
            </a:r>
            <a:r>
              <a:rPr dirty="0" lang="en-US" sz="1600">
                <a:latin typeface="Calibri"/>
              </a:rPr>
              <a:t>Gained </a:t>
            </a:r>
            <a:r>
              <a:rPr dirty="0" lang="en-US" sz="1600">
                <a:latin typeface="Calibri"/>
              </a:rPr>
              <a:t>real-world experience in full-stack development</a:t>
            </a:r>
          </a:p>
          <a:p>
            <a:pPr algn="l"/>
            <a:r>
              <a:rPr dirty="0" lang="en-US" sz="1600">
                <a:latin typeface="Arial"/>
              </a:rPr>
              <a:t>•</a:t>
            </a:r>
            <a:r>
              <a:rPr dirty="0" lang="en-US" sz="1600">
                <a:latin typeface="Calibri"/>
              </a:rPr>
              <a:t>Integrated </a:t>
            </a:r>
            <a:r>
              <a:rPr dirty="0" lang="en-US" sz="1600">
                <a:latin typeface="Calibri"/>
              </a:rPr>
              <a:t>frontend/backend with clean design and APIs</a:t>
            </a:r>
            <a:endParaRPr dirty="0" lang="en-US" sz="1600">
              <a:latin typeface="Calibri"/>
            </a:endParaRPr>
          </a:p>
        </p:txBody>
      </p:sp>
    </p:spTree>
    <p:extLst>
      <p:ext uri="{097D3009-1006-4946-82C6-84404FE4BE35}">
        <p14:creationId xmlns:p14="http://schemas.microsoft.com/office/powerpoint/2010/main" val="1746389016686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030EC16F-5230-4752-B13E-B226445F514C}">
                <a16:creationId xmlns:a16="http://schemas.microsoft.com/office/drawing/2010/main" id="{E50CA2AD-7D0C-436D-8B0D-9D3D4C5932FD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1187958" y="1428559"/>
            <a:ext cx="3787159" cy="2952750"/>
          </a:xfrm>
        </p:spPr>
        <p:txBody>
          <a:bodyPr rtlCol="0"/>
          <a:lstStyle/>
          <a:p>
            <a:pPr algn="l"/>
            <a:r>
              <a:rPr dirty="0" lang="en-US" sz="2000">
                <a:latin typeface="Arial"/>
              </a:rPr>
              <a:t>•</a:t>
            </a:r>
            <a:r>
              <a:rPr dirty="0" lang="en-US" sz="2000">
                <a:latin typeface="Calibri"/>
              </a:rPr>
              <a:t>Spring </a:t>
            </a:r>
            <a:r>
              <a:rPr dirty="0" lang="en-US" sz="2000">
                <a:latin typeface="Calibri"/>
              </a:rPr>
              <a:t>Boot: https://spring.</a:t>
            </a:r>
            <a:r>
              <a:rPr dirty="0" err="1" lang="en-US" sz="2000">
                <a:latin typeface="Calibri"/>
              </a:rPr>
              <a:t>io</a:t>
            </a:r>
            <a:r>
              <a:rPr dirty="0" lang="en-US" sz="2000">
                <a:latin typeface="Calibri"/>
              </a:rPr>
              <a:t>/projects/spring-b</a:t>
            </a:r>
            <a:r>
              <a:rPr dirty="0" lang="en-US" sz="2000">
                <a:latin typeface="Calibri"/>
              </a:rPr>
              <a:t>o</a:t>
            </a:r>
            <a:r>
              <a:rPr dirty="0" lang="en-US" sz="2000">
                <a:latin typeface="Calibri"/>
              </a:rPr>
              <a:t>o</a:t>
            </a:r>
            <a:r>
              <a:rPr dirty="0" lang="en-US" sz="2000">
                <a:latin typeface="Calibri"/>
              </a:rPr>
              <a:t>t</a:t>
            </a:r>
          </a:p>
          <a:p>
            <a:pPr algn="l"/>
            <a:r>
              <a:rPr dirty="0" lang="en-US" sz="2000">
                <a:latin typeface="Arial"/>
              </a:rPr>
              <a:t>•</a:t>
            </a:r>
            <a:r>
              <a:rPr dirty="0" lang="en-US" sz="2000">
                <a:latin typeface="Calibri"/>
              </a:rPr>
              <a:t>React: </a:t>
            </a:r>
            <a:r>
              <a:rPr dirty="0" lang="en-US" sz="2000">
                <a:latin typeface="Calibri"/>
              </a:rPr>
              <a:t>https://react.dev/learn</a:t>
            </a:r>
          </a:p>
          <a:p>
            <a:pPr algn="l"/>
            <a:r>
              <a:rPr dirty="0" lang="en-US" sz="2000">
                <a:latin typeface="Arial"/>
              </a:rPr>
              <a:t>•</a:t>
            </a:r>
            <a:r>
              <a:rPr dirty="0" lang="en-US" sz="2000">
                <a:latin typeface="Calibri"/>
              </a:rPr>
              <a:t>MDN </a:t>
            </a:r>
            <a:r>
              <a:rPr dirty="0" lang="en-US" sz="2000">
                <a:latin typeface="Calibri"/>
              </a:rPr>
              <a:t>Fetch API: https://developer.mozilla.org/en-US/docs/Web/API/Fetch_API</a:t>
            </a:r>
            <a:endParaRPr dirty="0" lang="en-US" sz="2000">
              <a:latin typeface="Calibri"/>
            </a:endParaRPr>
          </a:p>
        </p:txBody>
      </p:sp>
      <p:sp>
        <p:nvSpPr>
          <p:cNvPr hidden="false" id="3" name="Title 1">
            <a:extLst>
              <a:ext uri="{44F4C892-DCD2-4D5A-AE3A-AEC3F34411C6}">
                <a16:creationId xmlns:a16="http://schemas.microsoft.com/office/drawing/2010/main" id="{B86D42FE-B9DB-4CF3-9E3A-371BE4472C20}"/>
              </a:ext>
            </a:extLst>
          </p:cNvPr>
          <p:cNvSpPr>
            <a:spLocks noGrp="true"/>
          </p:cNvSpPr>
          <p:nvPr>
            <p:ph idx="2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References</a:t>
            </a:r>
            <a:endParaRPr dirty="0" lang="en-US">
              <a:latin typeface="Calibri"/>
            </a:endParaRPr>
          </a:p>
        </p:txBody>
      </p:sp>
      <p:sp>
        <p:nvSpPr>
          <p:cNvPr hidden="false" id="4" name="Slide Number Placeholder 1">
            <a:extLst>
              <a:ext uri="{BE65554F-41A2-4024-8D4C-17E240AC8117}">
                <a16:creationId xmlns:a16="http://schemas.microsoft.com/office/drawing/2010/main" id="{3C0AFD33-243E-4DE7-A8C5-A32131E161DE}"/>
              </a:ext>
            </a:extLst>
          </p:cNvPr>
          <p:cNvSpPr>
            <a:spLocks noGrp="true"/>
          </p:cNvSpPr>
          <p:nvPr>
            <p:ph idx="3" sz="quarter" type="sldNum"/>
          </p:nvPr>
        </p:nvSpPr>
        <p:spPr/>
        <p:txBody>
          <a:bodyPr rtlCol="0"/>
          <a:lstStyle/>
          <a:p>
            <a:pPr/>
            <a:fld id="{BD3E0CCA-560B-484D-9096-3B46581A5386}" type="slidenum"/>
            <a:endParaRPr dirty="0" lang="en-US"/>
          </a:p>
        </p:txBody>
      </p:sp>
      <p:sp>
        <p:nvSpPr>
          <p:cNvPr hidden="false" id="5" name="Footer Placeholder 1">
            <a:extLst>
              <a:ext uri="{0F6BCBC8-3444-49D3-9BC6-1B71977C520C}">
                <a16:creationId xmlns:a16="http://schemas.microsoft.com/office/drawing/2010/main" id="{2D2C7BB0-6FBB-4FE4-B73F-FCF1F6F71C74}"/>
              </a:ext>
            </a:extLst>
          </p:cNvPr>
          <p:cNvSpPr>
            <a:spLocks noGrp="true"/>
          </p:cNvSpPr>
          <p:nvPr>
            <p:ph idx="4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 Message</a:t>
            </a:r>
            <a:endParaRPr dirty="0" lang="en-US"/>
          </a:p>
        </p:txBody>
      </p:sp>
      <p:sp>
        <p:nvSpPr>
          <p:cNvPr hidden="false" id="6" name="Date Placeholder 1">
            <a:extLst>
              <a:ext uri="{2BA8409A-A271-4D15-8DD2-40157B9C081B}">
                <a16:creationId xmlns:a16="http://schemas.microsoft.com/office/drawing/2010/main" id="{2E587749-81D5-4D02-AAB8-94A235CE4239}"/>
              </a:ext>
            </a:extLst>
          </p:cNvPr>
          <p:cNvSpPr>
            <a:spLocks noGrp="true"/>
          </p:cNvSpPr>
          <p:nvPr>
            <p:ph idx="5" sz="half" type="dt"/>
          </p:nvPr>
        </p:nvSpPr>
        <p:spPr/>
        <p:txBody>
          <a:bodyPr rtlCol="0"/>
          <a:lstStyle/>
          <a:p>
            <a:pPr/>
            <a:fld id="{C66ECDCB-B7C6-4280-9B18-D3E120F544B3}" type="datetime4">
              <a:t>May 5, 2025</a:t>
            </a:fld>
            <a:endParaRPr dirty="0" lang="en-US"/>
          </a:p>
        </p:txBody>
      </p:sp>
    </p:spTree>
    <p:extLst>
      <p:ext uri="{092ADAE0-5A31-4A83-835D-25158214DF0D}">
        <p14:creationId xmlns:p14="http://schemas.microsoft.com/office/powerpoint/2010/main" val="1746389016688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false" id="2" name="Text Placeholder 7">
            <a:extLst>
              <a:ext uri="{15ECC0F7-411F-470D-8FBA-650F24FD195E}">
                <a16:creationId xmlns:a16="http://schemas.microsoft.com/office/drawing/2010/main" id="{3E3EF4EB-62C1-4C86-BB27-F00CE3CC2B72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958624" y="2701804"/>
            <a:ext cx="2702377" cy="1857375"/>
          </a:xfrm>
        </p:spPr>
        <p:txBody>
          <a:bodyPr rtlCol="0"/>
          <a:lstStyle/>
          <a:p>
            <a:pPr/>
            <a:r>
              <a:rPr dirty="0" lang="en-US" sz="1600">
                <a:latin typeface="Calibri"/>
              </a:rPr>
              <a:t>Questions &amp; Discussion</a:t>
            </a:r>
            <a:endParaRPr dirty="0" lang="en-US" sz="1600">
              <a:latin typeface="Calibri"/>
            </a:endParaRPr>
          </a:p>
        </p:txBody>
      </p:sp>
      <p:sp>
        <p:nvSpPr>
          <p:cNvPr hidden="false" id="3" name="Title 1">
            <a:extLst>
              <a:ext uri="{46FE98A1-7A48-4AB3-86BB-DDF67B08FCFF}">
                <a16:creationId xmlns:a16="http://schemas.microsoft.com/office/drawing/2010/main" id="{4E46C4D7-D0C0-4382-8CB6-F345619CAAE6}"/>
              </a:ext>
            </a:extLst>
          </p:cNvPr>
          <p:cNvSpPr>
            <a:spLocks noGrp="true"/>
          </p:cNvSpPr>
          <p:nvPr>
            <p:ph idx="2"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Calibri"/>
              </a:rPr>
              <a:t>Thank  </a:t>
            </a:r>
            <a:r>
              <a:rPr dirty="0" lang="en-US">
                <a:latin typeface="Calibri"/>
              </a:rPr>
              <a:t>You</a:t>
            </a:r>
            <a:endParaRPr dirty="0" lang="en-US">
              <a:latin typeface="Calibri"/>
            </a:endParaRPr>
          </a:p>
        </p:txBody>
      </p:sp>
      <p:sp>
        <p:nvSpPr>
          <p:cNvPr hidden="false" id="4" name="Date Placeholder 1">
            <a:extLst>
              <a:ext uri="{11E87A58-87BD-4B89-8A72-116810650DF4}">
                <a16:creationId xmlns:a16="http://schemas.microsoft.com/office/drawing/2010/main" id="{FC8DACDD-B73A-4B17-A42D-24E2CDA544F9}"/>
              </a:ext>
            </a:extLst>
          </p:cNvPr>
          <p:cNvSpPr>
            <a:spLocks noGrp="true"/>
          </p:cNvSpPr>
          <p:nvPr>
            <p:ph idx="5" sz="half" type="dt"/>
          </p:nvPr>
        </p:nvSpPr>
        <p:spPr/>
        <p:txBody>
          <a:bodyPr rtlCol="0"/>
          <a:lstStyle/>
          <a:p>
            <a:pPr/>
            <a:fld id="{2FAA03F3-CF50-4AF9-8B21-AAD6E2395E56}" type="datetime4">
              <a:t>May 5, 2025</a:t>
            </a:fld>
            <a:endParaRPr dirty="0" lang="en-US"/>
          </a:p>
        </p:txBody>
      </p:sp>
    </p:spTree>
    <p:extLst>
      <p:ext uri="{942DC11B-1703-4A50-8B4C-7BD37EF48F99}">
        <p14:creationId xmlns:p14="http://schemas.microsoft.com/office/powerpoint/2010/main" val="1746389016690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presetShape" val="TWO_EDGED_FRAME:1.0,0.0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presetShape" val="RECT_QUOTE:"/>
</p:tagLst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PU 1">
      <a:dk1>
        <a:srgbClr val="262626"/>
      </a:dk1>
      <a:lt1>
        <a:srgbClr val="ffffff"/>
      </a:lt1>
      <a:dk2>
        <a:srgbClr val="243e36"/>
      </a:dk2>
      <a:lt2>
        <a:srgbClr val="c2a83e"/>
      </a:lt2>
      <a:accent1>
        <a:srgbClr val="243e36"/>
      </a:accent1>
      <a:accent2>
        <a:srgbClr val="7ca982"/>
      </a:accent2>
      <a:accent3>
        <a:srgbClr val="e0eec6"/>
      </a:accent3>
      <a:accent4>
        <a:srgbClr val="c2a83e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Personalizado 12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6350">
          <a:solidFill>
            <a:schemeClr val="phClr"/>
          </a:solidFill>
          <a:prstDash val="solid"/>
          <a:miter lim="800000"/>
        </a:ln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PU 1">
      <a:dk1>
        <a:srgbClr val="262626"/>
      </a:dk1>
      <a:lt1>
        <a:srgbClr val="ffffff"/>
      </a:lt1>
      <a:dk2>
        <a:srgbClr val="243e36"/>
      </a:dk2>
      <a:lt2>
        <a:srgbClr val="c2a83e"/>
      </a:lt2>
      <a:accent1>
        <a:srgbClr val="243e36"/>
      </a:accent1>
      <a:accent2>
        <a:srgbClr val="7ca982"/>
      </a:accent2>
      <a:accent3>
        <a:srgbClr val="e0eec6"/>
      </a:accent3>
      <a:accent4>
        <a:srgbClr val="c2a83e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Personalizado 12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6350">
          <a:solidFill>
            <a:schemeClr val="phClr"/>
          </a:solidFill>
          <a:prstDash val="solid"/>
          <a:miter lim="800000"/>
        </a:ln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/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2025-05-05T00:31:39Z</dcterms:created>
  <dcterms:modified xsi:type="dcterms:W3CDTF">2025-05-05T01:32:16Z</dcterms:modified>
</cp:coreProperties>
</file>